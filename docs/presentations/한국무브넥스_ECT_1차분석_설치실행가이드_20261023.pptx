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47860f21e40f7" /><Relationship Type="http://schemas.openxmlformats.org/officeDocument/2006/relationships/extended-properties" Target="/docProps/app.xml" Id="R654e343cc9554e96" /><Relationship Type="http://schemas.openxmlformats.org/officeDocument/2006/relationships/officeDocument" Target="/ppt/presentation.xml" Id="R500b77f54ddf44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23d990877446ef"/>
  </p:sldMasterIdLst>
  <p:notesMasterIdLst>
    <p:notesMasterId xmlns:r="http://schemas.openxmlformats.org/officeDocument/2006/relationships" r:id="R448ac9abadbb482d"/>
  </p:notesMasterIdLst>
  <p:sldIdLst>
    <p:sldId xmlns:r="http://schemas.openxmlformats.org/officeDocument/2006/relationships" id="256" r:id="Rc60b604fe96f484d"/>
    <p:sldId xmlns:r="http://schemas.openxmlformats.org/officeDocument/2006/relationships" id="257" r:id="Re6aa61d948d8405e"/>
    <p:sldId xmlns:r="http://schemas.openxmlformats.org/officeDocument/2006/relationships" id="258" r:id="Rff3cb59ce9964b5f"/>
    <p:sldId xmlns:r="http://schemas.openxmlformats.org/officeDocument/2006/relationships" id="259" r:id="R231c383d1fa64698"/>
    <p:sldId xmlns:r="http://schemas.openxmlformats.org/officeDocument/2006/relationships" id="260" r:id="R325d433deeb246ee"/>
    <p:sldId xmlns:r="http://schemas.openxmlformats.org/officeDocument/2006/relationships" id="261" r:id="Rbb17baa9ea774b56"/>
    <p:sldId xmlns:r="http://schemas.openxmlformats.org/officeDocument/2006/relationships" id="262" r:id="Rd0ee461b0fcc4d1f"/>
    <p:sldId xmlns:r="http://schemas.openxmlformats.org/officeDocument/2006/relationships" id="263" r:id="R75533fd55aae4dbc"/>
    <p:sldId xmlns:r="http://schemas.openxmlformats.org/officeDocument/2006/relationships" id="264" r:id="R46a088e135e14d93"/>
    <p:sldId xmlns:r="http://schemas.openxmlformats.org/officeDocument/2006/relationships" id="265" r:id="R8c32e8d2e90e422d"/>
    <p:sldId xmlns:r="http://schemas.openxmlformats.org/officeDocument/2006/relationships" id="266" r:id="Rbf81f1d5bcda4d52"/>
    <p:sldId xmlns:r="http://schemas.openxmlformats.org/officeDocument/2006/relationships" id="267" r:id="R85453cd808164f64"/>
    <p:sldId xmlns:r="http://schemas.openxmlformats.org/officeDocument/2006/relationships" id="268" r:id="Rcba6c70dff4643de"/>
    <p:sldId xmlns:r="http://schemas.openxmlformats.org/officeDocument/2006/relationships" id="269" r:id="R2e1226983e0c4895"/>
    <p:sldId xmlns:r="http://schemas.openxmlformats.org/officeDocument/2006/relationships" id="270" r:id="R6c7ac5d05be546b5"/>
    <p:sldId xmlns:r="http://schemas.openxmlformats.org/officeDocument/2006/relationships" id="271" r:id="R99dd33bdda70490b"/>
    <p:sldId xmlns:r="http://schemas.openxmlformats.org/officeDocument/2006/relationships" id="272" r:id="R03cd55623a934068"/>
    <p:sldId xmlns:r="http://schemas.openxmlformats.org/officeDocument/2006/relationships" id="273" r:id="R8363e7077081488a"/>
    <p:sldId xmlns:r="http://schemas.openxmlformats.org/officeDocument/2006/relationships" id="274" r:id="R82f61563f83442b1"/>
    <p:sldId xmlns:r="http://schemas.openxmlformats.org/officeDocument/2006/relationships" id="275" r:id="Rceda454a24c2459e"/>
    <p:sldId xmlns:r="http://schemas.openxmlformats.org/officeDocument/2006/relationships" id="276" r:id="R70c54bf72956409b"/>
    <p:sldId xmlns:r="http://schemas.openxmlformats.org/officeDocument/2006/relationships" id="277" r:id="Rad5329f1ba0f4821"/>
    <p:sldId xmlns:r="http://schemas.openxmlformats.org/officeDocument/2006/relationships" id="278" r:id="Rf2d56f512f2e4f63"/>
    <p:sldId xmlns:r="http://schemas.openxmlformats.org/officeDocument/2006/relationships" id="279" r:id="R540a24548dac4e8f"/>
    <p:sldId xmlns:r="http://schemas.openxmlformats.org/officeDocument/2006/relationships" id="280" r:id="Raecc219967a54aa3"/>
    <p:sldId xmlns:r="http://schemas.openxmlformats.org/officeDocument/2006/relationships" id="281" r:id="Rc2f59d16a6cf402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10" cy="7201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977ce9ffd45c4" /><Relationship Type="http://schemas.openxmlformats.org/officeDocument/2006/relationships/slideMaster" Target="/ppt/slideMasters/slideMaster1.xml" Id="Ra023d990877446ef" /><Relationship Type="http://schemas.openxmlformats.org/officeDocument/2006/relationships/notesMaster" Target="/ppt/notesMasters/notesMaster1.xml" Id="R448ac9abadbb482d" /><Relationship Type="http://schemas.openxmlformats.org/officeDocument/2006/relationships/presProps" Target="/ppt/presProps.xml" Id="R67542a8cd5804258" /><Relationship Type="http://schemas.openxmlformats.org/officeDocument/2006/relationships/viewProps" Target="/ppt/viewProps.xml" Id="Reed3ef8a12c0467f" /><Relationship Type="http://schemas.openxmlformats.org/officeDocument/2006/relationships/tableStyles" Target="/ppt/tableStyles.xml" Id="Rf01739899bf54ec5" /><Relationship Type="http://schemas.openxmlformats.org/officeDocument/2006/relationships/slide" Target="/ppt/slides/slide1.xml" Id="Rc60b604fe96f484d" /><Relationship Type="http://schemas.openxmlformats.org/officeDocument/2006/relationships/slide" Target="/ppt/slides/slide2.xml" Id="Re6aa61d948d8405e" /><Relationship Type="http://schemas.openxmlformats.org/officeDocument/2006/relationships/slide" Target="/ppt/slides/slide3.xml" Id="Rff3cb59ce9964b5f" /><Relationship Type="http://schemas.openxmlformats.org/officeDocument/2006/relationships/slide" Target="/ppt/slides/slide4.xml" Id="R231c383d1fa64698" /><Relationship Type="http://schemas.openxmlformats.org/officeDocument/2006/relationships/slide" Target="/ppt/slides/slide5.xml" Id="R325d433deeb246ee" /><Relationship Type="http://schemas.openxmlformats.org/officeDocument/2006/relationships/slide" Target="/ppt/slides/slide6.xml" Id="Rbb17baa9ea774b56" /><Relationship Type="http://schemas.openxmlformats.org/officeDocument/2006/relationships/slide" Target="/ppt/slides/slide7.xml" Id="Rd0ee461b0fcc4d1f" /><Relationship Type="http://schemas.openxmlformats.org/officeDocument/2006/relationships/slide" Target="/ppt/slides/slide8.xml" Id="R75533fd55aae4dbc" /><Relationship Type="http://schemas.openxmlformats.org/officeDocument/2006/relationships/slide" Target="/ppt/slides/slide9.xml" Id="R46a088e135e14d93" /><Relationship Type="http://schemas.openxmlformats.org/officeDocument/2006/relationships/slide" Target="/ppt/slides/slide10.xml" Id="R8c32e8d2e90e422d" /><Relationship Type="http://schemas.openxmlformats.org/officeDocument/2006/relationships/slide" Target="/ppt/slides/slide11.xml" Id="Rbf81f1d5bcda4d52" /><Relationship Type="http://schemas.openxmlformats.org/officeDocument/2006/relationships/slide" Target="/ppt/slides/slide12.xml" Id="R85453cd808164f64" /><Relationship Type="http://schemas.openxmlformats.org/officeDocument/2006/relationships/slide" Target="/ppt/slides/slide13.xml" Id="Rcba6c70dff4643de" /><Relationship Type="http://schemas.openxmlformats.org/officeDocument/2006/relationships/slide" Target="/ppt/slides/slide14.xml" Id="R2e1226983e0c4895" /><Relationship Type="http://schemas.openxmlformats.org/officeDocument/2006/relationships/slide" Target="/ppt/slides/slide15.xml" Id="R6c7ac5d05be546b5" /><Relationship Type="http://schemas.openxmlformats.org/officeDocument/2006/relationships/slide" Target="/ppt/slides/slide16.xml" Id="R99dd33bdda70490b" /><Relationship Type="http://schemas.openxmlformats.org/officeDocument/2006/relationships/slide" Target="/ppt/slides/slide17.xml" Id="R03cd55623a934068" /><Relationship Type="http://schemas.openxmlformats.org/officeDocument/2006/relationships/slide" Target="/ppt/slides/slide18.xml" Id="R8363e7077081488a" /><Relationship Type="http://schemas.openxmlformats.org/officeDocument/2006/relationships/slide" Target="/ppt/slides/slide19.xml" Id="R82f61563f83442b1" /><Relationship Type="http://schemas.openxmlformats.org/officeDocument/2006/relationships/slide" Target="/ppt/slides/slide20.xml" Id="Rceda454a24c2459e" /><Relationship Type="http://schemas.openxmlformats.org/officeDocument/2006/relationships/slide" Target="/ppt/slides/slide21.xml" Id="R70c54bf72956409b" /><Relationship Type="http://schemas.openxmlformats.org/officeDocument/2006/relationships/slide" Target="/ppt/slides/slide22.xml" Id="Rad5329f1ba0f4821" /><Relationship Type="http://schemas.openxmlformats.org/officeDocument/2006/relationships/slide" Target="/ppt/slides/slide23.xml" Id="Rf2d56f512f2e4f63" /><Relationship Type="http://schemas.openxmlformats.org/officeDocument/2006/relationships/slide" Target="/ppt/slides/slide24.xml" Id="R540a24548dac4e8f" /><Relationship Type="http://schemas.openxmlformats.org/officeDocument/2006/relationships/slide" Target="/ppt/slides/slide25.xml" Id="Raecc219967a54aa3" /><Relationship Type="http://schemas.openxmlformats.org/officeDocument/2006/relationships/slide" Target="/ppt/slides/slide26.xml" Id="Rc2f59d16a6cf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437e1fbe98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atMod val="105000"/>
            </a:schemeClr>
          </a:solidFill>
          <a:prstDash val="solid"/>
        </a:ln>
        <a:ln w="1905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1d29200eb41fd" /><Relationship Type="http://schemas.openxmlformats.org/officeDocument/2006/relationships/notesMaster" Target="/ppt/notesMasters/notesMaster1.xml" Id="R98cdad60132944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3a25fa5b24e81" /><Relationship Type="http://schemas.openxmlformats.org/officeDocument/2006/relationships/notesMaster" Target="/ppt/notesMasters/notesMaster1.xml" Id="R32ba2957602543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7676e7ef064b0c" /><Relationship Type="http://schemas.openxmlformats.org/officeDocument/2006/relationships/notesMaster" Target="/ppt/notesMasters/notesMaster1.xml" Id="R9c55f424be3543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2ec41dfb364a07" /><Relationship Type="http://schemas.openxmlformats.org/officeDocument/2006/relationships/notesMaster" Target="/ppt/notesMasters/notesMaster1.xml" Id="Ra8ab655d6f804c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f261b0988b4a16" /><Relationship Type="http://schemas.openxmlformats.org/officeDocument/2006/relationships/notesMaster" Target="/ppt/notesMasters/notesMaster1.xml" Id="R73ef1a3d301246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c89a8e6314d4a" /><Relationship Type="http://schemas.openxmlformats.org/officeDocument/2006/relationships/notesMaster" Target="/ppt/notesMasters/notesMaster1.xml" Id="R4f16c888a7e241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d3f75498074a0b" /><Relationship Type="http://schemas.openxmlformats.org/officeDocument/2006/relationships/notesMaster" Target="/ppt/notesMasters/notesMaster1.xml" Id="R96d8fca55dee40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310c3139c84c75" /><Relationship Type="http://schemas.openxmlformats.org/officeDocument/2006/relationships/notesMaster" Target="/ppt/notesMasters/notesMaster1.xml" Id="R6b7ae816cad24e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3ca7705f3245c2" /><Relationship Type="http://schemas.openxmlformats.org/officeDocument/2006/relationships/notesMaster" Target="/ppt/notesMasters/notesMaster1.xml" Id="R02e9624f931c44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c4e2d33c0f405b" /><Relationship Type="http://schemas.openxmlformats.org/officeDocument/2006/relationships/notesMaster" Target="/ppt/notesMasters/notesMaster1.xml" Id="R69ce47d55ec346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ad9654e5f5459f" /><Relationship Type="http://schemas.openxmlformats.org/officeDocument/2006/relationships/notesMaster" Target="/ppt/notesMasters/notesMaster1.xml" Id="R814b4efff0ce4c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287f1935a94a41" /><Relationship Type="http://schemas.openxmlformats.org/officeDocument/2006/relationships/notesMaster" Target="/ppt/notesMasters/notesMaster1.xml" Id="R2fb882c329cd40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be0f3eed6f470e" /><Relationship Type="http://schemas.openxmlformats.org/officeDocument/2006/relationships/notesMaster" Target="/ppt/notesMasters/notesMaster1.xml" Id="Rdbddc516e9af4a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f44ed29e3e4a7f" /><Relationship Type="http://schemas.openxmlformats.org/officeDocument/2006/relationships/notesMaster" Target="/ppt/notesMasters/notesMaster1.xml" Id="Rc4bd45ff387f4a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80d96d0de44072" /><Relationship Type="http://schemas.openxmlformats.org/officeDocument/2006/relationships/notesMaster" Target="/ppt/notesMasters/notesMaster1.xml" Id="R709880ef4eb444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7f8a8bc16f48e7" /><Relationship Type="http://schemas.openxmlformats.org/officeDocument/2006/relationships/notesMaster" Target="/ppt/notesMasters/notesMaster1.xml" Id="R65a432abdc3e4e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934e6ce23343aa" /><Relationship Type="http://schemas.openxmlformats.org/officeDocument/2006/relationships/notesMaster" Target="/ppt/notesMasters/notesMaster1.xml" Id="R7a54ae0d8fec4b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bd7b912bfd4056" /><Relationship Type="http://schemas.openxmlformats.org/officeDocument/2006/relationships/notesMaster" Target="/ppt/notesMasters/notesMaster1.xml" Id="R63cc6da2e5b548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6959d874ff4f58" /><Relationship Type="http://schemas.openxmlformats.org/officeDocument/2006/relationships/notesMaster" Target="/ppt/notesMasters/notesMaster1.xml" Id="R2ebdb8218c9c44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9f7def1acb46ec" /><Relationship Type="http://schemas.openxmlformats.org/officeDocument/2006/relationships/notesMaster" Target="/ppt/notesMasters/notesMaster1.xml" Id="R123a8103d5fb48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bf0a1ca176472d" /><Relationship Type="http://schemas.openxmlformats.org/officeDocument/2006/relationships/notesMaster" Target="/ppt/notesMasters/notesMaster1.xml" Id="Rfbe9aadc1bac4c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b0c540c4534343" /><Relationship Type="http://schemas.openxmlformats.org/officeDocument/2006/relationships/notesMaster" Target="/ppt/notesMasters/notesMaster1.xml" Id="R1df7885bf7b746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653110a9824905" /><Relationship Type="http://schemas.openxmlformats.org/officeDocument/2006/relationships/notesMaster" Target="/ppt/notesMasters/notesMaster1.xml" Id="Rd65aafc6ca0a40a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b9236069394c7c" /><Relationship Type="http://schemas.openxmlformats.org/officeDocument/2006/relationships/notesMaster" Target="/ppt/notesMasters/notesMaster1.xml" Id="Re79f1e729ce340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ff4e7059674201" /><Relationship Type="http://schemas.openxmlformats.org/officeDocument/2006/relationships/notesMaster" Target="/ppt/notesMasters/notesMaster1.xml" Id="R1c48fd857d0c44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e37542e3504a7a" /><Relationship Type="http://schemas.openxmlformats.org/officeDocument/2006/relationships/notesMaster" Target="/ppt/notesMasters/notesMaster1.xml" Id="R7e9d5d99924743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기존 VILAB 양식의 제목 틀과 하단 붉은 바를 유지한 신규 정리본. 1부 분석 / 2부 설치·실행 / 부록 모델 구조.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검증 한계를 유지하면서 기업 사용자가 직접 재현하도록 구성.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초기 추가 데이터 7개 Excel의 총 155727 측정행과 45개 시트 확인. 초기 결합 검사는 후속 위치독립 검증과 분모가 다르므로 이 슬라이드에서는 측정행 중심으로 설명. 출처 outputs/20261014_추가분석, 20261020_현장라벨검증, 20261021_C10A_부위주파수, 20261023_1차배포.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출처 outputs/20261021_C10A_부위주파수/independent_analysis.json 및 배포 코드 재현. 총30627행. 위치1 0/노랑600+오류1 제외, 위치2 0/노랑600 제외. train master6/7, calibration master1/1, test master3/3.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기업 회신 261019_자체 분석결과.zip 및 이메일 색상 설명. 밝은주황 FFFFC000, 초록theme9, 회색오류. 기업 판정은 독립 파괴검사 라벨로 가정하지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출처 20261020_현장라벨검증/validation_summary.json C80B_NG_field_labels=field_false210,NG_master12,error1. 동결 consensus 기업가성210:131false/28ok_like/51border/0true. 후보132중 오류1제외131. 초기 양쪽 위치 결합 검사 건의 참고 대조이며 위치별 후속 결과와 혼합하지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출처 independent_analysis.json pca.p1,p2. 각 위치 학습OK IQR변환 후 정상 공분산 PCA. 350개 기준설정OK 및 자체마스터·기업NG 표시. 축은PC1/PC2, 원시X/Y단위아님. 위치1진성0/위치2진성2.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동일최근접마스터고정 IQR제곱거리기여율 994행300Hz57.53+800Hz30.35=87.88%,996행24.06+57.67=81.73%. 30Hz유사성만으로 전체42축마스터거리를설명할수없음. 두행8.17 10:14:37/43 카운터444. 출처 independent_analysis.profiles.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고정정의2026-10-21-C기준. 위치1보수정책:OKlike≥3/4. 위치2:fullOKfar≥3/4 AND B1-30Hzmasternear≥3/4 보조진성의심. 회사가성86/104중79/98candidate7/6review;진성2suspect. 시험가성위치1 2/5candidate,위치2 18/20candidate.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기본배포RF200trees/max_depth4/minleaf2/class_weightbalanced, XGB200rounds/depth2/lr.03/lambda10/classweight. Seed42고정. Tree다중시드11,42,97비교는이전보고서. 기업직접위치2학습진성2/가성82. 마스터proxy위치1positive6negative591,위치2positive7negative594. modelprobabilitiesnotcalibrated.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출처 20261021_C10A_지도학습비교/마스터기반_핵심비교.csv. fixed0.1/0.9 triage. TabICLv2officialcheckpoint20260212,CPU4estimators,seed42. 보완규칙선택과ML학습자료량이달라정식동일조건성능순위아님. TestNG회사falsep1=5,p2=20;남은p1 RF0hold/XGB2hold/TFM0hold,정책3hold;p2정책2holdother0. 진성 오분류asfalse0all.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기업 회신도분포기반판정; 독립실물품질정답을가정하지않음. Master타입및단위블록채널미확인. 임의필요표본수나검출률을제시하지않음.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출처 배포README/install_windows.cmd/start_notebook.cmd. CPU기본실행, 선택TabICL설치분리.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스크린샷은 실제GitHub공개저장소화면 2026-10-23. Code버튼위치표시. DownloadZIP메뉴세부선택은README안내참고. URL https://github.com/barraki72268-sketch/Koreamovenex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Python공식다운로드 https://www.python.org/downloads/windows/ 및3.12설치안내. 기본requirements새WindowsPython3.12.14venv설치완료,pipcheck통과. 8GB는권장환경이며최소지원실측보장아님.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현재install_windows.cmd 4단계:Python3.12,패키지설치,pipcheck,폴더준비+ipykernel등록. 이슬라이드는사용자기억용3과정으로묶어설명.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실제로컬JupyterLab화면. URL로그인토큰은스크린샷에없으며공개하지않음. 설치가이드상명령어창은서버실행을유지하므로작업중열어두기.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배포01번노트북②구성그대로. companyCSV없으면중단하며가짜회사결과를만들지않음.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실제Run메뉴스크린샷. Jupyter공식사용법 https://jupyterlab.readthedocs.io/en/stable/user/notebook.html . 중간셀부터실행시NameError가능,위에서아래실행.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공개합성demo프로그램실행그래프. 실제회사분석수량/성능아님. 분류는원입력X/Y, PCA는시각화용. 모델점수0.1/0.9는실불량확률아님.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배포export_run구현과실제새Windows환경demo/company끝까지실행검증. 기존결과덮어쓰기방지timestamp+microseconds. 서버실행결과는서버results에저장하고Download로내려받음.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배포02번노트북및docs/추가데이터_가이드.md. 원본106컬럼·2헤더행템플릿,색상규칙변경시검토. 실제C10A30627행Excel재변환라벨/X/Y/출처정합성대조통과.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실제운영서버는본작업에서외부공개하지않음. docs/서버_운영가이드.md에기관HTTPS/인증/JupyterHub계정별환경권장. 로컬Jupyter인증APIprobe통과.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Git공개자료와회사입력데이터전달분리. 원본XLSX·회사CSV·개별결과는Git제외. 이PPT는사용자가공유요청한분석요약과사용안내.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이프로그램의구현을설명한자체작성개념도. 원리출처 https://scikit-learn.org/stable/modules/ensemble.html#forest . 기본트리설정은배포ectlab/pipeline.py고정.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한국무브넥스 ECT 1차 분석·사용 안내. 2026-10-23. 김진영. 이프로그램의구현을설명한자체작성개념도. 원리출처 https://xgboost.readthedocs.io/en/stable/tutorials/model.html . 기본트리설정은배포ectlab/pipeline.py고정.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cd35cc54149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9143c835345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d6ce551a54d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8441d52b34f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6b458f66c40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01559500344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d4be2d7aa46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c41043a974e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d7506b17e4f9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46f5750b247c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507ccbacb4d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cfbdf71fc4392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9A5B409-45CF-40BB-AE54-86DAFFAB7DB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399" y="2130425"/>
            <a:ext cx="10363198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91F00729-C7E7-4733-84FB-811F6DA55C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799" y="3886200"/>
            <a:ext cx="8534399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331E8DB-5ED0-4ABF-AD5D-6D7A0C7902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0A130E-E3B8-4EBE-931F-81B26B8448AA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F47CA485-3C35-44C7-AE3C-45DF30C2BE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DA46FB2-8B83-4EF8-AD9F-8E603D34EE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00C6A38-4290-41DD-B95C-4155372FD4A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37737F2-D895-4C06-BA1F-1513DDC99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C0EE5AFF-6F86-4026-8585-AC65060F24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3D91B14-45B2-4CDD-8E54-A21D510C43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53836A-82A3-4C8B-9D31-CD724F3673ED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5AADE8C-9CB6-4E3F-9188-45E9B89210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6440421D-62D1-46BD-B5D7-38C7D70C2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78F26B17-6AC3-4737-AF5E-6AF0EEB225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EBAF6-36D0-4DD8-B695-D4C1B37E35D6}" type="datetime1">
              <a:t>2026-10-14</a:t>
            </a:fld>
            <a:endParaRPr/>
          </a:p>
        </p:txBody>
      </p:sp>
      <p:sp>
        <p:nvSpPr>
          <p:cNvPr id="3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86C7527-5346-4C25-BBB5-85DE8C642E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B6E8986-6071-4F67-8752-484206240B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9DA7777-DCB1-4EA5-AEC6-34BE1A4B1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3" y="4406900"/>
            <a:ext cx="10363198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68F3E5C-68F9-4701-857A-D82235B62C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3" y="2906713"/>
            <a:ext cx="10363198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758BF9F-5E20-408D-9003-6C17BAE44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728D28-603B-4EFC-80F8-17E5E9107035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43FA1AB-31F4-4770-8E2D-1CAB25FBD3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57B913-E426-4502-9147-132C2FF65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5107CA5-E975-4FFF-B933-24331F0ADB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A19EDFE7-A32A-4560-A8C0-D55A6153BE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599" y="1600200"/>
            <a:ext cx="5384799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2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ABA67BE2-0250-40AE-8EC0-E328E4AE6A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599" y="1600200"/>
            <a:ext cx="5384799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2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8DB5411C-5368-4FC8-BE70-96B5B0B4C4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7A1F4E-0809-4239-8034-C38E431DAF92}" type="datetime1">
              <a:t>2026-10-14</a:t>
            </a:fld>
            <a:endParaRPr/>
          </a:p>
        </p:txBody>
      </p:sp>
      <p:sp>
        <p:nvSpPr>
          <p:cNvPr id="6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14C3DD26-70C6-426B-99C7-9EAF9B1123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152F6F2-6D7B-4C10-AB73-363026D7E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8490205-98DE-49EF-A2A6-B55BF7884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90903BBA-101A-4CB7-9672-05B88F27C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0DA496-7307-4E8B-88DE-CB97B48BAB6F}" type="datetime1">
              <a:t>2026-10-14</a:t>
            </a:fld>
            <a:endParaRPr/>
          </a:p>
        </p:txBody>
      </p:sp>
      <p:sp>
        <p:nvSpPr>
          <p:cNvPr id="4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7A58E0C-59B8-4DD8-A70D-3E0AE5AF7C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48261C1-35E3-4368-A716-810DFBB2D3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2DABB61-B421-40E0-AA4B-41784D2AD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표 개체 틀 2">
            <a:extLst xmlns:a="http://schemas.openxmlformats.org/drawingml/2006/main">
              <a:ext uri="{FF2B5EF4-FFF2-40B4-BE49-F238E27FC236}">
                <a16:creationId xmlns:a16="http://schemas.microsoft.com/office/drawing/2014/main" id="{55C6A34D-7D19-47B4-A787-50C159F9076A}"/>
              </a:ext>
            </a:extLst>
          </p:cNvPr>
          <p:cNvSpPr>
            <a:spLocks xmlns:a="http://schemas.openxmlformats.org/drawingml/2006/main" noGrp="1"/>
          </p:cNvSpPr>
          <p:nvPr>
            <p:ph type="tbl" idx="13"/>
          </p:nvPr>
        </p:nvSpPr>
        <p:spPr>
          <a:xfrm xmlns:a="http://schemas.openxmlformats.org/drawingml/2006/main">
            <a:off x="608037" y="1643063"/>
            <a:ext cx="10972798" cy="4525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FontTx/>
              <a:buNone/>
              <a:defRPr/>
            </a:lvl1pPr>
          </a:lstStyle>
          <a:p xmlns:a="http://schemas.openxmlformats.org/drawingml/2006/main">
            <a:r>
              <a:t>표를 추가하려면 아이콘을 클릭하십시오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91682C6-2598-4731-80AF-DD72413745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8721E90-850C-410B-8B89-8394F580CFDA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0F39D2F-6FF0-4D8B-9851-3E4A1FEF67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4197BB0-5E55-433C-9DDC-5F2FD08817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내용 4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C3C05C6-C5CB-48CE-B4D4-65A8572C2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CFD248D2-F47E-4F50-8536-6A664E4737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599" y="1600200"/>
            <a:ext cx="5384799" cy="2196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F43C072C-D0ED-4C1B-B799-337ADBE774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599" y="1600200"/>
            <a:ext cx="5384799" cy="2196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내용 개체 틀 4">
            <a:extLst xmlns:a="http://schemas.openxmlformats.org/drawingml/2006/main">
              <a:ext uri="{FF2B5EF4-FFF2-40B4-BE49-F238E27FC236}">
                <a16:creationId xmlns:a16="http://schemas.microsoft.com/office/drawing/2014/main" id="{6C77A6BE-B5FC-4D5E-A7C1-1BF92A2F8D4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608037" y="3984220"/>
            <a:ext cx="5384799" cy="2196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FF90B6D6-7FC0-4DC9-9B13-D166D992568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6036" y="3984220"/>
            <a:ext cx="5384799" cy="2196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7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F07E9DD-0815-476F-B9CE-064DA41A96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CE7E28-9336-4363-8674-B91477D8F243}" type="datetime1">
              <a:t>2026-10-14</a:t>
            </a:fld>
            <a:endParaRPr/>
          </a:p>
        </p:txBody>
      </p:sp>
      <p:sp>
        <p:nvSpPr>
          <p:cNvPr id="8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A5524F4-2249-41E1-A158-0AAADB63E0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482049A8-1150-460A-B7AA-BCF1C4CF7F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1B87648-8417-4F1D-8D52-1F251B96AB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6" y="4800600"/>
            <a:ext cx="7315199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2A5053AA-C049-418C-941E-0A79ADC93CD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6" y="612775"/>
            <a:ext cx="7315199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F6E409DB-271A-4994-84DA-5390162802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6" y="5367338"/>
            <a:ext cx="7315199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r>
              <a:t>마스터 텍스트 스타일을 편집합니다</a:t>
            </a:r>
          </a:p>
        </p:txBody>
      </p:sp>
      <p:sp>
        <p:nvSpPr>
          <p:cNvPr id="5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74C179A-303A-468B-9D14-636FF1770D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CE7E28-9336-4363-8674-B91477D8F243}" type="datetime1">
              <a:t>2026-10-14</a:t>
            </a:fld>
            <a:endParaRPr/>
          </a:p>
        </p:txBody>
      </p:sp>
      <p:sp>
        <p:nvSpPr>
          <p:cNvPr id="6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AAD7ABE-81AD-4D6C-AF73-E8065EE2AD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E04F5E7-C3AF-44D9-8698-38E5E01C1E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간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8765169-DC61-4252-A5E8-63A5288357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2130425"/>
            <a:ext cx="12192000" cy="14700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6D035E5-3D72-41A3-A0AA-C7C120280F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A348888-F454-4AD2-BA62-3AF29D9807C0}" type="datetime1">
              <a:t>2026-10-14</a:t>
            </a:fld>
            <a:endParaRPr/>
          </a:p>
        </p:txBody>
      </p:sp>
      <p:sp>
        <p:nvSpPr>
          <p:cNvPr id="4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047129C-4072-4CFD-A7CB-E27F25D959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CF289C3-623A-4560-9065-EE44504953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목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8E720A3-1078-4847-9264-33195583B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599" y="274638"/>
            <a:ext cx="10972798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BBAF18C-D70F-4C98-90E5-CBE05B94B934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857477" y="2214563"/>
            <a:ext cx="6477021" cy="321468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400"/>
            </a:lvl1pPr>
          </a:lstStyle>
          <a:p xmlns:a="http://schemas.openxmlformats.org/drawingml/2006/main">
            <a:pPr lvl="0">
              <a:buNone/>
            </a:pPr>
            <a:r>
              <a:t>첫째 목차</a:t>
            </a:r>
          </a:p>
          <a:p xmlns:a="http://schemas.openxmlformats.org/drawingml/2006/main">
            <a:pPr lvl="0">
              <a:buNone/>
            </a:pPr>
            <a:r>
              <a:t>둘째 목차</a:t>
            </a:r>
          </a:p>
          <a:p xmlns:a="http://schemas.openxmlformats.org/drawingml/2006/main">
            <a:pPr lvl="0">
              <a:buNone/>
            </a:pPr>
            <a:r>
              <a:t>셋째 목차</a:t>
            </a:r>
          </a:p>
          <a:p xmlns:a="http://schemas.openxmlformats.org/drawingml/2006/main">
            <a:pPr lvl="0">
              <a:buNone/>
            </a:pPr>
            <a:r>
              <a:t>넷째 목차</a:t>
            </a:r>
          </a:p>
          <a:p xmlns:a="http://schemas.openxmlformats.org/drawingml/2006/main">
            <a:pPr lvl="0">
              <a:buNone/>
            </a:pPr>
            <a:r>
              <a:t>다섯째 목차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72DA67F-6FA8-4414-9D34-8253E91584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6FEC12-A4C9-4837-AF94-AD867782C04C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1A440E4-38D8-4DCB-B102-312360D8E6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AFA035EF-4DC3-472F-B525-C867E1E0B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6537C92F-9487-4BEB-BAEC-26EA30573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199" y="274638"/>
            <a:ext cx="2743199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BB38D99-2A11-4A60-BA27-7174AEEF04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599" y="274638"/>
            <a:ext cx="8026399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BEC47E2-4ADC-4E76-84A3-C34286A254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7F84A3-4F29-4053-ACFD-1BAF2D3F140C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03D7118A-88DD-48F4-80E8-868E485F12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1864162-BCFC-4A2F-99AA-22EACB77B9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d1c2930d754e27" /><Relationship Type="http://schemas.openxmlformats.org/officeDocument/2006/relationships/slideLayout" Target="/ppt/slideLayouts/slideLayout1.xml" Id="R23b22e68fb9047dd" /><Relationship Type="http://schemas.openxmlformats.org/officeDocument/2006/relationships/slideLayout" Target="/ppt/slideLayouts/slideLayout2.xml" Id="R0baae00632c34476" /><Relationship Type="http://schemas.openxmlformats.org/officeDocument/2006/relationships/slideLayout" Target="/ppt/slideLayouts/slideLayout3.xml" Id="R0590fd4796c34d05" /><Relationship Type="http://schemas.openxmlformats.org/officeDocument/2006/relationships/slideLayout" Target="/ppt/slideLayouts/slideLayout4.xml" Id="R9653c0e13a3a4c5a" /><Relationship Type="http://schemas.openxmlformats.org/officeDocument/2006/relationships/slideLayout" Target="/ppt/slideLayouts/slideLayout5.xml" Id="R3337cea5aece4636" /><Relationship Type="http://schemas.openxmlformats.org/officeDocument/2006/relationships/slideLayout" Target="/ppt/slideLayouts/slideLayout6.xml" Id="Rc13fef9de61e408a" /><Relationship Type="http://schemas.openxmlformats.org/officeDocument/2006/relationships/slideLayout" Target="/ppt/slideLayouts/slideLayout7.xml" Id="R53dfea8ef16d4134" /><Relationship Type="http://schemas.openxmlformats.org/officeDocument/2006/relationships/slideLayout" Target="/ppt/slideLayouts/slideLayout8.xml" Id="R70869f0296c64125" /><Relationship Type="http://schemas.openxmlformats.org/officeDocument/2006/relationships/slideLayout" Target="/ppt/slideLayouts/slideLayout9.xml" Id="R9b92789081834204" /><Relationship Type="http://schemas.openxmlformats.org/officeDocument/2006/relationships/slideLayout" Target="/ppt/slideLayouts/slideLayout10.xml" Id="R3b96ca13fc80419e" /><Relationship Type="http://schemas.openxmlformats.org/officeDocument/2006/relationships/slideLayout" Target="/ppt/slideLayouts/slideLayout11.xml" Id="Rf75c38aaf39d4355" /><Relationship Type="http://schemas.openxmlformats.org/officeDocument/2006/relationships/slideLayout" Target="/ppt/slideLayouts/slideLayout12.xml" Id="Rf28836c866c645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50AFF3F7-0DC6-4E56-83C9-8744E88FE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599" y="274638"/>
            <a:ext cx="1097279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2198BC5-3E1D-4FA5-9C0E-B7CF5F98E3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599" y="1600200"/>
            <a:ext cx="10972798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C908C96-B361-4310-B252-B7DFB1A9F7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599" y="6356350"/>
            <a:ext cx="284479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422D86A-5F52-4165-8473-F1B836277586}" type="datetime1">
              <a:t>2026-10-14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03A79F8-C285-40AF-895A-86E9193889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599" y="6356350"/>
            <a:ext cx="386079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1ED842C-F500-4DE4-84A0-090462D528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599" y="6356350"/>
            <a:ext cx="284479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D22CD3B-FDDF-4998-970C-76E6E0BEC65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22e68fb9047dd"/>
    <p:sldLayoutId xmlns:r="http://schemas.openxmlformats.org/officeDocument/2006/relationships" id="2147483650" r:id="R0baae00632c34476"/>
    <p:sldLayoutId xmlns:r="http://schemas.openxmlformats.org/officeDocument/2006/relationships" id="2147483651" r:id="R0590fd4796c34d05"/>
    <p:sldLayoutId xmlns:r="http://schemas.openxmlformats.org/officeDocument/2006/relationships" id="2147483652" r:id="R9653c0e13a3a4c5a"/>
    <p:sldLayoutId xmlns:r="http://schemas.openxmlformats.org/officeDocument/2006/relationships" id="2147483653" r:id="R3337cea5aece4636"/>
    <p:sldLayoutId xmlns:r="http://schemas.openxmlformats.org/officeDocument/2006/relationships" id="2147483654" r:id="Rc13fef9de61e408a"/>
    <p:sldLayoutId xmlns:r="http://schemas.openxmlformats.org/officeDocument/2006/relationships" id="2147483655" r:id="R53dfea8ef16d4134"/>
    <p:sldLayoutId xmlns:r="http://schemas.openxmlformats.org/officeDocument/2006/relationships" id="2147483656" r:id="R70869f0296c64125"/>
    <p:sldLayoutId xmlns:r="http://schemas.openxmlformats.org/officeDocument/2006/relationships" id="2147483657" r:id="R9b92789081834204"/>
    <p:sldLayoutId xmlns:r="http://schemas.openxmlformats.org/officeDocument/2006/relationships" id="2147483658" r:id="R3b96ca13fc80419e"/>
    <p:sldLayoutId xmlns:r="http://schemas.openxmlformats.org/officeDocument/2006/relationships" id="2147483659" r:id="Rf75c38aaf39d4355"/>
    <p:sldLayoutId xmlns:r="http://schemas.openxmlformats.org/officeDocument/2006/relationships" id="2147483660" r:id="Rf28836c866c6456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atMod val="105000"/>
            </a:schemeClr>
          </a:solidFill>
          <a:prstDash val="solid"/>
        </a:ln>
        <a:ln w="1905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2f37ba5fe4286" /><Relationship Type="http://schemas.openxmlformats.org/officeDocument/2006/relationships/notesSlide" Target="/ppt/notesSlides/notesSlide1.xml" Id="R62136326a9ed4a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1d7ed50a044246" /><Relationship Type="http://schemas.openxmlformats.org/officeDocument/2006/relationships/notesSlide" Target="/ppt/notesSlides/notesSlide2.xml" Id="R927f4a3352fd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3283f7b7e64e0a" /><Relationship Type="http://schemas.openxmlformats.org/officeDocument/2006/relationships/notesSlide" Target="/ppt/notesSlides/notesSlide3.xml" Id="R89da08d7615a46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5cb56d36c415c" /><Relationship Type="http://schemas.openxmlformats.org/officeDocument/2006/relationships/notesSlide" Target="/ppt/notesSlides/notesSlide4.xml" Id="R026ef2797a1d4d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12117300404fbe" /><Relationship Type="http://schemas.openxmlformats.org/officeDocument/2006/relationships/notesSlide" Target="/ppt/notesSlides/notesSlide5.xml" Id="R3e7fe7e9420d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dd57d02a5d418e" /><Relationship Type="http://schemas.openxmlformats.org/officeDocument/2006/relationships/chart" Target="/ppt/slides/charts/chart1.xml" Id="R06abf153bc3a47dd" /><Relationship Type="http://schemas.openxmlformats.org/officeDocument/2006/relationships/notesSlide" Target="/ppt/notesSlides/notesSlide6.xml" Id="Rf20d4a3e7ad34a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6c5e451bf407c" /><Relationship Type="http://schemas.openxmlformats.org/officeDocument/2006/relationships/chart" Target="/ppt/slides/charts/chart2.xml" Id="Rcbf040208f20477e" /><Relationship Type="http://schemas.openxmlformats.org/officeDocument/2006/relationships/chart" Target="/ppt/slides/charts/chart3.xml" Id="Rf65862cb78e94052" /><Relationship Type="http://schemas.openxmlformats.org/officeDocument/2006/relationships/notesSlide" Target="/ppt/notesSlides/notesSlide7.xml" Id="R4dd602dc800848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cddfda4534d31" /><Relationship Type="http://schemas.openxmlformats.org/officeDocument/2006/relationships/chart" Target="/ppt/slides/charts/chart4.xml" Id="Radfca17371254083" /><Relationship Type="http://schemas.openxmlformats.org/officeDocument/2006/relationships/notesSlide" Target="/ppt/notesSlides/notesSlide8.xml" Id="Re95a644844c341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e0dbd42bd94089" /><Relationship Type="http://schemas.openxmlformats.org/officeDocument/2006/relationships/chart" Target="/ppt/slides/charts/chart5.xml" Id="Ra1414dc809384f7f" /><Relationship Type="http://schemas.openxmlformats.org/officeDocument/2006/relationships/notesSlide" Target="/ppt/notesSlides/notesSlide9.xml" Id="R40f1c512b9a44e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07146b0d74983" /><Relationship Type="http://schemas.openxmlformats.org/officeDocument/2006/relationships/notesSlide" Target="/ppt/notesSlides/notesSlide10.xml" Id="R1b7bb6def0274c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3dd9e9af34306" /><Relationship Type="http://schemas.openxmlformats.org/officeDocument/2006/relationships/chart" Target="/ppt/slides/charts/chart6.xml" Id="R5f2c2fa943f44843" /><Relationship Type="http://schemas.openxmlformats.org/officeDocument/2006/relationships/chart" Target="/ppt/slides/charts/chart7.xml" Id="R6f59545ebfc14dc6" /><Relationship Type="http://schemas.openxmlformats.org/officeDocument/2006/relationships/notesSlide" Target="/ppt/notesSlides/notesSlide11.xml" Id="Rc286acf651d14e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199a688dc4a0a" /><Relationship Type="http://schemas.openxmlformats.org/officeDocument/2006/relationships/notesSlide" Target="/ppt/notesSlides/notesSlide12.xml" Id="R1d635ba41a744f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97a3b1fde6453b" /><Relationship Type="http://schemas.openxmlformats.org/officeDocument/2006/relationships/notesSlide" Target="/ppt/notesSlides/notesSlide13.xml" Id="Rd529d4d9950d40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6866a08e0647c5" /><Relationship Type="http://schemas.openxmlformats.org/officeDocument/2006/relationships/image" Target="/ppt/media/image.jpeg" Id="R1801192323db4ba0" /><Relationship Type="http://schemas.openxmlformats.org/officeDocument/2006/relationships/notesSlide" Target="/ppt/notesSlides/notesSlide14.xml" Id="Rec3067ec565442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8335051374f1f" /><Relationship Type="http://schemas.openxmlformats.org/officeDocument/2006/relationships/notesSlide" Target="/ppt/notesSlides/notesSlide15.xml" Id="R650d8dc9eac148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426610fda4405d" /><Relationship Type="http://schemas.openxmlformats.org/officeDocument/2006/relationships/notesSlide" Target="/ppt/notesSlides/notesSlide16.xml" Id="R7d54f5438d904f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7913f31db43ec" /><Relationship Type="http://schemas.openxmlformats.org/officeDocument/2006/relationships/image" Target="/ppt/media/image2.jpeg" Id="R452728c2e2804d85" /><Relationship Type="http://schemas.openxmlformats.org/officeDocument/2006/relationships/notesSlide" Target="/ppt/notesSlides/notesSlide17.xml" Id="R7982c76519544d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35e2ed1eb746a5" /><Relationship Type="http://schemas.openxmlformats.org/officeDocument/2006/relationships/notesSlide" Target="/ppt/notesSlides/notesSlide18.xml" Id="R84d994f485784e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a850c9cb08404d" /><Relationship Type="http://schemas.openxmlformats.org/officeDocument/2006/relationships/image" Target="/ppt/media/image3.jpeg" Id="R6fcc0aededae4e99" /><Relationship Type="http://schemas.openxmlformats.org/officeDocument/2006/relationships/notesSlide" Target="/ppt/notesSlides/notesSlide19.xml" Id="Re01a8b1663134e2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d9bf1b1e44535" /><Relationship Type="http://schemas.openxmlformats.org/officeDocument/2006/relationships/image" Target="/ppt/media/image.png" Id="R4727445325f4461a" /><Relationship Type="http://schemas.openxmlformats.org/officeDocument/2006/relationships/notesSlide" Target="/ppt/notesSlides/notesSlide20.xml" Id="R527bc8726b4e48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f5163605d4292" /><Relationship Type="http://schemas.openxmlformats.org/officeDocument/2006/relationships/notesSlide" Target="/ppt/notesSlides/notesSlide21.xml" Id="R2b638c4d357b4b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413eb32db4b8e" /><Relationship Type="http://schemas.openxmlformats.org/officeDocument/2006/relationships/notesSlide" Target="/ppt/notesSlides/notesSlide22.xml" Id="Ra251d195e0be4b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4adfe8b2542b3" /><Relationship Type="http://schemas.openxmlformats.org/officeDocument/2006/relationships/notesSlide" Target="/ppt/notesSlides/notesSlide23.xml" Id="Rba64374c2d3047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a638b296cd4143" /><Relationship Type="http://schemas.openxmlformats.org/officeDocument/2006/relationships/notesSlide" Target="/ppt/notesSlides/notesSlide24.xml" Id="R3010025ec80b4a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fe1ad97324920" /><Relationship Type="http://schemas.openxmlformats.org/officeDocument/2006/relationships/image" Target="/ppt/media/image2.png" Id="R1e3ff0d63dbf4059" /><Relationship Type="http://schemas.openxmlformats.org/officeDocument/2006/relationships/notesSlide" Target="/ppt/notesSlides/notesSlide25.xml" Id="R83e17dc3869547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7a8a84495e4268" /><Relationship Type="http://schemas.openxmlformats.org/officeDocument/2006/relationships/image" Target="/ppt/media/image3.png" Id="Rcc65938642b44ee1" /><Relationship Type="http://schemas.openxmlformats.org/officeDocument/2006/relationships/notesSlide" Target="/ppt/notesSlides/notesSlide26.xml" Id="R134973f78b9b44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기존 가성 후보</c:v>
          </c:tx>
          <c:spPr>
            <a:solidFill xmlns:a="http://schemas.openxmlformats.org/drawingml/2006/main">
              <a:srgbClr val="249A78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기업 가성 210건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131</c:v>
                </c:pt>
              </c:numCache>
            </c:numRef>
          </c:val>
        </c:ser>
        <c:ser>
          <c:idx val="1"/>
          <c:order val="1"/>
          <c:tx>
            <c:v>기존 OK 유사</c:v>
          </c:tx>
          <c:spPr>
            <a:solidFill xmlns:a="http://schemas.openxmlformats.org/drawingml/2006/main">
              <a:srgbClr val="347DAF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기업 가성 210건</c:v>
                </c:pt>
              </c:strCache>
            </c:strRef>
          </c:cat>
          <c:val>
            <c:numRef>
              <c:f>'Chart Data'!$D$2:$D$2</c:f>
              <c:numCache>
                <c:formatCode>0</c:formatCode>
                <c:ptCount val="1"/>
                <c:pt idx="0">
                  <c:v>28</c:v>
                </c:pt>
              </c:numCache>
            </c:numRef>
          </c:val>
        </c:ser>
        <c:ser>
          <c:idx val="2"/>
          <c:order val="2"/>
          <c:tx>
            <c:v>보류</c:v>
          </c:tx>
          <c:spPr>
            <a:solidFill xmlns:a="http://schemas.openxmlformats.org/drawingml/2006/main">
              <a:srgbClr val="8799AB"/>
            </a:solidFill>
          </c:spPr>
          <c:invertIfNegative val="0"/>
          <c:cat>
            <c:strRef>
              <c:f>'Chart Data'!$E$2:$E$2</c:f>
              <c:strCache>
                <c:ptCount val="1"/>
                <c:pt idx="0">
                  <c:v>기업 가성 210건</c:v>
                </c:pt>
              </c:strCache>
            </c:strRef>
          </c:cat>
          <c:val>
            <c:numRef>
              <c:f>'Chart Data'!$F$2:$F$2</c:f>
              <c:numCache>
                <c:formatCode>0</c:formatCode>
                <c:ptCount val="1"/>
                <c:pt idx="0">
                  <c:v>51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catAx>
      <c:valAx>
        <c:axId val="48672768"/>
        <c:scaling>
          <c:orientation val="minMax"/>
          <c:max val="22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2A3A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설비 OK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347DAF"/>
              </a:solidFill>
            </c:spPr>
          </c:marker>
          <c:xVal>
            <c:numRef>
              <c:f>'Chart Data'!$A$2:$A$351</c:f>
              <c:numCache>
                <c:formatCode>General</c:formatCode>
                <c:ptCount val="350"/>
                <c:pt idx="0">
                  <c:v>-2.90205</c:v>
                </c:pt>
                <c:pt idx="1">
                  <c:v>-2.599399</c:v>
                </c:pt>
                <c:pt idx="2">
                  <c:v>-1.385413</c:v>
                </c:pt>
                <c:pt idx="3">
                  <c:v>-4.330382</c:v>
                </c:pt>
                <c:pt idx="4">
                  <c:v>-2.786289</c:v>
                </c:pt>
                <c:pt idx="5">
                  <c:v>-3.004441</c:v>
                </c:pt>
                <c:pt idx="6">
                  <c:v>-3.150611</c:v>
                </c:pt>
                <c:pt idx="7">
                  <c:v>-3.050089</c:v>
                </c:pt>
                <c:pt idx="8">
                  <c:v>-4.716154</c:v>
                </c:pt>
                <c:pt idx="9">
                  <c:v>-2.969963</c:v>
                </c:pt>
                <c:pt idx="10">
                  <c:v>-3.12014</c:v>
                </c:pt>
                <c:pt idx="11">
                  <c:v>-2.492597</c:v>
                </c:pt>
                <c:pt idx="12">
                  <c:v>-2.696897</c:v>
                </c:pt>
                <c:pt idx="13">
                  <c:v>-2.461542</c:v>
                </c:pt>
                <c:pt idx="14">
                  <c:v>-3.190199</c:v>
                </c:pt>
                <c:pt idx="15">
                  <c:v>-2.195806</c:v>
                </c:pt>
                <c:pt idx="16">
                  <c:v>-2.508899</c:v>
                </c:pt>
                <c:pt idx="17">
                  <c:v>-1.848347</c:v>
                </c:pt>
                <c:pt idx="18">
                  <c:v>-2.24475</c:v>
                </c:pt>
                <c:pt idx="19">
                  <c:v>-1.526517</c:v>
                </c:pt>
                <c:pt idx="20">
                  <c:v>-2.363104</c:v>
                </c:pt>
                <c:pt idx="21">
                  <c:v>-4.196128</c:v>
                </c:pt>
                <c:pt idx="22">
                  <c:v>-3.213995</c:v>
                </c:pt>
                <c:pt idx="23">
                  <c:v>-2.100004</c:v>
                </c:pt>
                <c:pt idx="24">
                  <c:v>-2.959171</c:v>
                </c:pt>
                <c:pt idx="25">
                  <c:v>-4.541793</c:v>
                </c:pt>
                <c:pt idx="26">
                  <c:v>-2.98426</c:v>
                </c:pt>
                <c:pt idx="27">
                  <c:v>3.102161</c:v>
                </c:pt>
                <c:pt idx="28">
                  <c:v>-1.28209</c:v>
                </c:pt>
                <c:pt idx="29">
                  <c:v>-4.65597</c:v>
                </c:pt>
                <c:pt idx="30">
                  <c:v>-2.784121</c:v>
                </c:pt>
                <c:pt idx="31">
                  <c:v>-2.128858</c:v>
                </c:pt>
                <c:pt idx="32">
                  <c:v>-1.729055</c:v>
                </c:pt>
                <c:pt idx="33">
                  <c:v>-1.457583</c:v>
                </c:pt>
                <c:pt idx="34">
                  <c:v>-0.283328</c:v>
                </c:pt>
                <c:pt idx="35">
                  <c:v>-3.806926</c:v>
                </c:pt>
                <c:pt idx="36">
                  <c:v>-3.277708</c:v>
                </c:pt>
                <c:pt idx="37">
                  <c:v>-1.672643</c:v>
                </c:pt>
                <c:pt idx="38">
                  <c:v>-2.74039</c:v>
                </c:pt>
                <c:pt idx="39">
                  <c:v>-2.545064</c:v>
                </c:pt>
                <c:pt idx="40">
                  <c:v>-3.493918</c:v>
                </c:pt>
                <c:pt idx="41">
                  <c:v>-2.449399</c:v>
                </c:pt>
                <c:pt idx="42">
                  <c:v>-2.715872</c:v>
                </c:pt>
                <c:pt idx="43">
                  <c:v>-2.549263</c:v>
                </c:pt>
                <c:pt idx="44">
                  <c:v>-3.310177</c:v>
                </c:pt>
                <c:pt idx="45">
                  <c:v>-3.06864</c:v>
                </c:pt>
                <c:pt idx="46">
                  <c:v>-1.197406</c:v>
                </c:pt>
                <c:pt idx="47">
                  <c:v>-3.357728</c:v>
                </c:pt>
                <c:pt idx="48">
                  <c:v>-3.578194</c:v>
                </c:pt>
                <c:pt idx="49">
                  <c:v>-2.344117</c:v>
                </c:pt>
                <c:pt idx="50">
                  <c:v>-2.808744</c:v>
                </c:pt>
                <c:pt idx="51">
                  <c:v>-3.735534</c:v>
                </c:pt>
                <c:pt idx="52">
                  <c:v>-3.602474</c:v>
                </c:pt>
                <c:pt idx="53">
                  <c:v>-3.130013</c:v>
                </c:pt>
                <c:pt idx="54">
                  <c:v>-3.131186</c:v>
                </c:pt>
                <c:pt idx="55">
                  <c:v>-4.334337</c:v>
                </c:pt>
                <c:pt idx="56">
                  <c:v>-2.91114</c:v>
                </c:pt>
                <c:pt idx="57">
                  <c:v>-4.328722</c:v>
                </c:pt>
                <c:pt idx="58">
                  <c:v>-2.405092</c:v>
                </c:pt>
                <c:pt idx="59">
                  <c:v>-3.956447</c:v>
                </c:pt>
                <c:pt idx="60">
                  <c:v>-2.334191</c:v>
                </c:pt>
                <c:pt idx="61">
                  <c:v>-3.408357</c:v>
                </c:pt>
                <c:pt idx="62">
                  <c:v>-3.93236</c:v>
                </c:pt>
                <c:pt idx="63">
                  <c:v>-3.586557</c:v>
                </c:pt>
                <c:pt idx="64">
                  <c:v>-3.178447</c:v>
                </c:pt>
                <c:pt idx="65">
                  <c:v>-3.745877</c:v>
                </c:pt>
                <c:pt idx="66">
                  <c:v>-4.453059</c:v>
                </c:pt>
                <c:pt idx="67">
                  <c:v>-2.109141</c:v>
                </c:pt>
                <c:pt idx="68">
                  <c:v>-2.933477</c:v>
                </c:pt>
                <c:pt idx="69">
                  <c:v>-4.313795</c:v>
                </c:pt>
                <c:pt idx="70">
                  <c:v>-3.309851</c:v>
                </c:pt>
                <c:pt idx="71">
                  <c:v>-5.593038</c:v>
                </c:pt>
                <c:pt idx="72">
                  <c:v>-2.958526</c:v>
                </c:pt>
                <c:pt idx="73">
                  <c:v>-3.802991</c:v>
                </c:pt>
                <c:pt idx="74">
                  <c:v>-3.168943</c:v>
                </c:pt>
                <c:pt idx="75">
                  <c:v>-5.523119</c:v>
                </c:pt>
                <c:pt idx="76">
                  <c:v>-2.241749</c:v>
                </c:pt>
                <c:pt idx="77">
                  <c:v>-2.100122</c:v>
                </c:pt>
                <c:pt idx="78">
                  <c:v>-5.163912</c:v>
                </c:pt>
                <c:pt idx="79">
                  <c:v>-3.720829</c:v>
                </c:pt>
                <c:pt idx="80">
                  <c:v>4.596335</c:v>
                </c:pt>
                <c:pt idx="81">
                  <c:v>12.002444</c:v>
                </c:pt>
                <c:pt idx="82">
                  <c:v>-1.596255</c:v>
                </c:pt>
                <c:pt idx="83">
                  <c:v>-4.539228</c:v>
                </c:pt>
                <c:pt idx="84">
                  <c:v>-4.946262</c:v>
                </c:pt>
                <c:pt idx="85">
                  <c:v>-4.067864</c:v>
                </c:pt>
                <c:pt idx="86">
                  <c:v>-2.812671</c:v>
                </c:pt>
                <c:pt idx="87">
                  <c:v>-3.595435</c:v>
                </c:pt>
                <c:pt idx="88">
                  <c:v>-3.114064</c:v>
                </c:pt>
                <c:pt idx="89">
                  <c:v>-2.756889</c:v>
                </c:pt>
                <c:pt idx="90">
                  <c:v>-2.847732</c:v>
                </c:pt>
                <c:pt idx="91">
                  <c:v>-3.94099</c:v>
                </c:pt>
                <c:pt idx="92">
                  <c:v>-2.80025</c:v>
                </c:pt>
                <c:pt idx="93">
                  <c:v>-2.79442</c:v>
                </c:pt>
                <c:pt idx="94">
                  <c:v>-4.33123</c:v>
                </c:pt>
                <c:pt idx="95">
                  <c:v>-3.601218</c:v>
                </c:pt>
                <c:pt idx="96">
                  <c:v>-3.161676</c:v>
                </c:pt>
                <c:pt idx="97">
                  <c:v>-3.849838</c:v>
                </c:pt>
                <c:pt idx="98">
                  <c:v>-3.417708</c:v>
                </c:pt>
                <c:pt idx="99">
                  <c:v>-4.41024</c:v>
                </c:pt>
                <c:pt idx="100">
                  <c:v>-3.525</c:v>
                </c:pt>
                <c:pt idx="101">
                  <c:v>-4.123076</c:v>
                </c:pt>
                <c:pt idx="102">
                  <c:v>-2.916729</c:v>
                </c:pt>
                <c:pt idx="103">
                  <c:v>-3.407886</c:v>
                </c:pt>
                <c:pt idx="104">
                  <c:v>-3.361382</c:v>
                </c:pt>
                <c:pt idx="105">
                  <c:v>-3.094728</c:v>
                </c:pt>
                <c:pt idx="106">
                  <c:v>-3.424263</c:v>
                </c:pt>
                <c:pt idx="107">
                  <c:v>-3.135718</c:v>
                </c:pt>
                <c:pt idx="108">
                  <c:v>-0.685412</c:v>
                </c:pt>
                <c:pt idx="109">
                  <c:v>-2.213847</c:v>
                </c:pt>
                <c:pt idx="110">
                  <c:v>-2.131698</c:v>
                </c:pt>
                <c:pt idx="111">
                  <c:v>11.976968</c:v>
                </c:pt>
                <c:pt idx="112">
                  <c:v>-1.646934</c:v>
                </c:pt>
                <c:pt idx="113">
                  <c:v>-1.381021</c:v>
                </c:pt>
                <c:pt idx="114">
                  <c:v>-2.391859</c:v>
                </c:pt>
                <c:pt idx="115">
                  <c:v>-1.525618</c:v>
                </c:pt>
                <c:pt idx="116">
                  <c:v>-1.787955</c:v>
                </c:pt>
                <c:pt idx="117">
                  <c:v>-2.280784</c:v>
                </c:pt>
                <c:pt idx="118">
                  <c:v>-1.663293</c:v>
                </c:pt>
                <c:pt idx="119">
                  <c:v>-1.359258</c:v>
                </c:pt>
                <c:pt idx="120">
                  <c:v>-1.766317</c:v>
                </c:pt>
                <c:pt idx="121">
                  <c:v>-2.623416</c:v>
                </c:pt>
                <c:pt idx="122">
                  <c:v>-2.186792</c:v>
                </c:pt>
                <c:pt idx="123">
                  <c:v>-2.419836</c:v>
                </c:pt>
                <c:pt idx="124">
                  <c:v>-1.965302</c:v>
                </c:pt>
                <c:pt idx="125">
                  <c:v>-2.466537</c:v>
                </c:pt>
                <c:pt idx="126">
                  <c:v>-2.647373</c:v>
                </c:pt>
                <c:pt idx="127">
                  <c:v>-1.602286</c:v>
                </c:pt>
                <c:pt idx="128">
                  <c:v>-3.744744</c:v>
                </c:pt>
                <c:pt idx="129">
                  <c:v>-1.7529</c:v>
                </c:pt>
                <c:pt idx="130">
                  <c:v>-1.969529</c:v>
                </c:pt>
                <c:pt idx="131">
                  <c:v>-2.780743</c:v>
                </c:pt>
                <c:pt idx="132">
                  <c:v>-1.245596</c:v>
                </c:pt>
                <c:pt idx="133">
                  <c:v>-2.589476</c:v>
                </c:pt>
                <c:pt idx="134">
                  <c:v>-2.932809</c:v>
                </c:pt>
                <c:pt idx="135">
                  <c:v>-2.968208</c:v>
                </c:pt>
                <c:pt idx="136">
                  <c:v>-3.076702</c:v>
                </c:pt>
                <c:pt idx="137">
                  <c:v>-4.242421</c:v>
                </c:pt>
                <c:pt idx="138">
                  <c:v>-3.481266</c:v>
                </c:pt>
                <c:pt idx="139">
                  <c:v>-2.64468</c:v>
                </c:pt>
                <c:pt idx="140">
                  <c:v>-1.737685</c:v>
                </c:pt>
                <c:pt idx="141">
                  <c:v>-2.450665</c:v>
                </c:pt>
                <c:pt idx="142">
                  <c:v>-2.526122</c:v>
                </c:pt>
                <c:pt idx="143">
                  <c:v>-3.151471</c:v>
                </c:pt>
                <c:pt idx="144">
                  <c:v>-2.387577</c:v>
                </c:pt>
                <c:pt idx="145">
                  <c:v>-3.257858</c:v>
                </c:pt>
                <c:pt idx="146">
                  <c:v>-2.847981</c:v>
                </c:pt>
                <c:pt idx="147">
                  <c:v>-1.573619</c:v>
                </c:pt>
                <c:pt idx="148">
                  <c:v>-0.574453</c:v>
                </c:pt>
                <c:pt idx="149">
                  <c:v>-2.241978</c:v>
                </c:pt>
                <c:pt idx="150">
                  <c:v>-0.839956</c:v>
                </c:pt>
                <c:pt idx="151">
                  <c:v>-1.951462</c:v>
                </c:pt>
                <c:pt idx="152">
                  <c:v>-1.550498</c:v>
                </c:pt>
                <c:pt idx="153">
                  <c:v>-1.693063</c:v>
                </c:pt>
                <c:pt idx="154">
                  <c:v>-2.14162</c:v>
                </c:pt>
                <c:pt idx="155">
                  <c:v>-1.073839</c:v>
                </c:pt>
                <c:pt idx="156">
                  <c:v>-0.827598</c:v>
                </c:pt>
                <c:pt idx="157">
                  <c:v>-0.794727</c:v>
                </c:pt>
                <c:pt idx="158">
                  <c:v>-1.369022</c:v>
                </c:pt>
                <c:pt idx="159">
                  <c:v>-1.648372</c:v>
                </c:pt>
                <c:pt idx="160">
                  <c:v>-1.214185</c:v>
                </c:pt>
                <c:pt idx="161">
                  <c:v>-1.40462</c:v>
                </c:pt>
                <c:pt idx="162">
                  <c:v>-2.764835</c:v>
                </c:pt>
                <c:pt idx="163">
                  <c:v>-3.028764</c:v>
                </c:pt>
                <c:pt idx="164">
                  <c:v>-0.183325</c:v>
                </c:pt>
                <c:pt idx="165">
                  <c:v>-1.851888</c:v>
                </c:pt>
                <c:pt idx="166">
                  <c:v>-1.825928</c:v>
                </c:pt>
                <c:pt idx="167">
                  <c:v>-2.373396</c:v>
                </c:pt>
                <c:pt idx="168">
                  <c:v>-0.937233</c:v>
                </c:pt>
                <c:pt idx="169">
                  <c:v>-1.739133</c:v>
                </c:pt>
                <c:pt idx="170">
                  <c:v>-1.650453</c:v>
                </c:pt>
                <c:pt idx="171">
                  <c:v>-2.718938</c:v>
                </c:pt>
                <c:pt idx="172">
                  <c:v>-2.533056</c:v>
                </c:pt>
                <c:pt idx="173">
                  <c:v>-1.764139</c:v>
                </c:pt>
                <c:pt idx="174">
                  <c:v>-2.608379</c:v>
                </c:pt>
                <c:pt idx="175">
                  <c:v>-1.719613</c:v>
                </c:pt>
                <c:pt idx="176">
                  <c:v>-1.306436</c:v>
                </c:pt>
                <c:pt idx="177">
                  <c:v>11.899864</c:v>
                </c:pt>
                <c:pt idx="178">
                  <c:v>11.833042</c:v>
                </c:pt>
                <c:pt idx="179">
                  <c:v>-0.260486</c:v>
                </c:pt>
                <c:pt idx="180">
                  <c:v>-1.673136</c:v>
                </c:pt>
                <c:pt idx="181">
                  <c:v>-1.104229</c:v>
                </c:pt>
                <c:pt idx="182">
                  <c:v>0.463934</c:v>
                </c:pt>
                <c:pt idx="183">
                  <c:v>0.136694</c:v>
                </c:pt>
                <c:pt idx="184">
                  <c:v>1.650219</c:v>
                </c:pt>
                <c:pt idx="185">
                  <c:v>-0.700246</c:v>
                </c:pt>
                <c:pt idx="186">
                  <c:v>-0.10027</c:v>
                </c:pt>
                <c:pt idx="187">
                  <c:v>-0.198509</c:v>
                </c:pt>
                <c:pt idx="188">
                  <c:v>-0.071384</c:v>
                </c:pt>
                <c:pt idx="189">
                  <c:v>-0.635794</c:v>
                </c:pt>
                <c:pt idx="190">
                  <c:v>-0.899895</c:v>
                </c:pt>
                <c:pt idx="191">
                  <c:v>-0.689118</c:v>
                </c:pt>
                <c:pt idx="192">
                  <c:v>-1.124726</c:v>
                </c:pt>
                <c:pt idx="193">
                  <c:v>0.600891</c:v>
                </c:pt>
                <c:pt idx="194">
                  <c:v>-0.896715</c:v>
                </c:pt>
                <c:pt idx="195">
                  <c:v>-1.961446</c:v>
                </c:pt>
                <c:pt idx="196">
                  <c:v>-0.720915</c:v>
                </c:pt>
                <c:pt idx="197">
                  <c:v>0.140864</c:v>
                </c:pt>
                <c:pt idx="198">
                  <c:v>0.167168</c:v>
                </c:pt>
                <c:pt idx="199">
                  <c:v>-2.016967</c:v>
                </c:pt>
                <c:pt idx="200">
                  <c:v>-1.653769</c:v>
                </c:pt>
                <c:pt idx="201">
                  <c:v>-1.015687</c:v>
                </c:pt>
                <c:pt idx="202">
                  <c:v>-1.568151</c:v>
                </c:pt>
                <c:pt idx="203">
                  <c:v>-1.799528</c:v>
                </c:pt>
                <c:pt idx="204">
                  <c:v>-1.330785</c:v>
                </c:pt>
                <c:pt idx="205">
                  <c:v>-1.843034</c:v>
                </c:pt>
                <c:pt idx="206">
                  <c:v>-0.484593</c:v>
                </c:pt>
                <c:pt idx="207">
                  <c:v>-0.268907</c:v>
                </c:pt>
                <c:pt idx="208">
                  <c:v>-1.568926</c:v>
                </c:pt>
                <c:pt idx="209">
                  <c:v>-1.236478</c:v>
                </c:pt>
                <c:pt idx="210">
                  <c:v>-0.567894</c:v>
                </c:pt>
                <c:pt idx="211">
                  <c:v>-2.37355</c:v>
                </c:pt>
                <c:pt idx="212">
                  <c:v>-2.242415</c:v>
                </c:pt>
                <c:pt idx="213">
                  <c:v>-0.758327</c:v>
                </c:pt>
                <c:pt idx="214">
                  <c:v>-0.823501</c:v>
                </c:pt>
                <c:pt idx="215">
                  <c:v>-0.857923</c:v>
                </c:pt>
                <c:pt idx="216">
                  <c:v>-0.49796</c:v>
                </c:pt>
                <c:pt idx="217">
                  <c:v>-2.326041</c:v>
                </c:pt>
                <c:pt idx="218">
                  <c:v>-1.769905</c:v>
                </c:pt>
                <c:pt idx="219">
                  <c:v>-1.679946</c:v>
                </c:pt>
                <c:pt idx="220">
                  <c:v>-1.269564</c:v>
                </c:pt>
                <c:pt idx="221">
                  <c:v>-1.194316</c:v>
                </c:pt>
                <c:pt idx="222">
                  <c:v>-1.127112</c:v>
                </c:pt>
                <c:pt idx="223">
                  <c:v>-0.203634</c:v>
                </c:pt>
                <c:pt idx="224">
                  <c:v>-1.000655</c:v>
                </c:pt>
                <c:pt idx="225">
                  <c:v>-0.731114</c:v>
                </c:pt>
                <c:pt idx="226">
                  <c:v>-1.664274</c:v>
                </c:pt>
                <c:pt idx="227">
                  <c:v>-0.484605</c:v>
                </c:pt>
                <c:pt idx="228">
                  <c:v>-1.963645</c:v>
                </c:pt>
                <c:pt idx="229">
                  <c:v>-0.964337</c:v>
                </c:pt>
                <c:pt idx="230">
                  <c:v>-1.950522</c:v>
                </c:pt>
                <c:pt idx="231">
                  <c:v>0.352922</c:v>
                </c:pt>
                <c:pt idx="232">
                  <c:v>-0.363717</c:v>
                </c:pt>
                <c:pt idx="233">
                  <c:v>-0.987873</c:v>
                </c:pt>
                <c:pt idx="234">
                  <c:v>-0.791208</c:v>
                </c:pt>
                <c:pt idx="235">
                  <c:v>-1.37546</c:v>
                </c:pt>
                <c:pt idx="236">
                  <c:v>-1.434272</c:v>
                </c:pt>
                <c:pt idx="237">
                  <c:v>-1.659346</c:v>
                </c:pt>
                <c:pt idx="238">
                  <c:v>-1.331494</c:v>
                </c:pt>
                <c:pt idx="239">
                  <c:v>-0.386132</c:v>
                </c:pt>
                <c:pt idx="240">
                  <c:v>-1.258251</c:v>
                </c:pt>
                <c:pt idx="241">
                  <c:v>-0.659773</c:v>
                </c:pt>
                <c:pt idx="242">
                  <c:v>-1.591134</c:v>
                </c:pt>
                <c:pt idx="243">
                  <c:v>0.049149</c:v>
                </c:pt>
                <c:pt idx="244">
                  <c:v>-1.490785</c:v>
                </c:pt>
                <c:pt idx="245">
                  <c:v>-2.28571</c:v>
                </c:pt>
                <c:pt idx="246">
                  <c:v>-1.4816</c:v>
                </c:pt>
                <c:pt idx="247">
                  <c:v>-1.582279</c:v>
                </c:pt>
                <c:pt idx="248">
                  <c:v>-0.883381</c:v>
                </c:pt>
                <c:pt idx="249">
                  <c:v>1.428187</c:v>
                </c:pt>
                <c:pt idx="250">
                  <c:v>-2.799186</c:v>
                </c:pt>
                <c:pt idx="251">
                  <c:v>-1.973461</c:v>
                </c:pt>
                <c:pt idx="252">
                  <c:v>-1.217352</c:v>
                </c:pt>
                <c:pt idx="253">
                  <c:v>10.845782</c:v>
                </c:pt>
                <c:pt idx="254">
                  <c:v>1.256944</c:v>
                </c:pt>
                <c:pt idx="255">
                  <c:v>3.056916</c:v>
                </c:pt>
                <c:pt idx="256">
                  <c:v>0.876309</c:v>
                </c:pt>
                <c:pt idx="257">
                  <c:v>-2.30336</c:v>
                </c:pt>
                <c:pt idx="258">
                  <c:v>-2.575988</c:v>
                </c:pt>
                <c:pt idx="259">
                  <c:v>-0.49274</c:v>
                </c:pt>
                <c:pt idx="260">
                  <c:v>-1.082863</c:v>
                </c:pt>
                <c:pt idx="261">
                  <c:v>0.071719</c:v>
                </c:pt>
                <c:pt idx="262">
                  <c:v>-0.773592</c:v>
                </c:pt>
                <c:pt idx="263">
                  <c:v>-0.136899</c:v>
                </c:pt>
                <c:pt idx="264">
                  <c:v>-0.340358</c:v>
                </c:pt>
                <c:pt idx="265">
                  <c:v>-0.084241</c:v>
                </c:pt>
                <c:pt idx="266">
                  <c:v>-1.215642</c:v>
                </c:pt>
                <c:pt idx="267">
                  <c:v>-0.439245</c:v>
                </c:pt>
                <c:pt idx="268">
                  <c:v>-0.750032</c:v>
                </c:pt>
                <c:pt idx="269">
                  <c:v>-1.191269</c:v>
                </c:pt>
                <c:pt idx="270">
                  <c:v>-0.377274</c:v>
                </c:pt>
                <c:pt idx="271">
                  <c:v>-1.163249</c:v>
                </c:pt>
                <c:pt idx="272">
                  <c:v>-0.362562</c:v>
                </c:pt>
                <c:pt idx="273">
                  <c:v>-0.898225</c:v>
                </c:pt>
                <c:pt idx="274">
                  <c:v>-2.043967</c:v>
                </c:pt>
                <c:pt idx="275">
                  <c:v>-0.328006</c:v>
                </c:pt>
                <c:pt idx="276">
                  <c:v>-0.385583</c:v>
                </c:pt>
                <c:pt idx="277">
                  <c:v>0.393587</c:v>
                </c:pt>
                <c:pt idx="278">
                  <c:v>-0.448564</c:v>
                </c:pt>
                <c:pt idx="279">
                  <c:v>-0.674535</c:v>
                </c:pt>
                <c:pt idx="280">
                  <c:v>-0.324384</c:v>
                </c:pt>
                <c:pt idx="281">
                  <c:v>-0.570485</c:v>
                </c:pt>
                <c:pt idx="282">
                  <c:v>0.024505</c:v>
                </c:pt>
                <c:pt idx="283">
                  <c:v>-1.70651</c:v>
                </c:pt>
                <c:pt idx="284">
                  <c:v>-2.160237</c:v>
                </c:pt>
                <c:pt idx="285">
                  <c:v>0.110742</c:v>
                </c:pt>
                <c:pt idx="286">
                  <c:v>-0.293914</c:v>
                </c:pt>
                <c:pt idx="287">
                  <c:v>-2.864516</c:v>
                </c:pt>
                <c:pt idx="288">
                  <c:v>-1.741526</c:v>
                </c:pt>
                <c:pt idx="289">
                  <c:v>-2.492513</c:v>
                </c:pt>
                <c:pt idx="290">
                  <c:v>-2.12888</c:v>
                </c:pt>
                <c:pt idx="291">
                  <c:v>-2.437905</c:v>
                </c:pt>
                <c:pt idx="292">
                  <c:v>-2.601294</c:v>
                </c:pt>
                <c:pt idx="293">
                  <c:v>-2.051412</c:v>
                </c:pt>
                <c:pt idx="294">
                  <c:v>-0.636389</c:v>
                </c:pt>
                <c:pt idx="295">
                  <c:v>0.308238</c:v>
                </c:pt>
                <c:pt idx="296">
                  <c:v>-3.803955</c:v>
                </c:pt>
                <c:pt idx="297">
                  <c:v>-3.857326</c:v>
                </c:pt>
                <c:pt idx="298">
                  <c:v>-2.097323</c:v>
                </c:pt>
                <c:pt idx="299">
                  <c:v>-2.392775</c:v>
                </c:pt>
                <c:pt idx="300">
                  <c:v>-4.291137</c:v>
                </c:pt>
                <c:pt idx="301">
                  <c:v>-2.407994</c:v>
                </c:pt>
                <c:pt idx="302">
                  <c:v>-2.91451</c:v>
                </c:pt>
                <c:pt idx="303">
                  <c:v>-2.577376</c:v>
                </c:pt>
                <c:pt idx="304">
                  <c:v>-2.138716</c:v>
                </c:pt>
                <c:pt idx="305">
                  <c:v>-1.915087</c:v>
                </c:pt>
                <c:pt idx="306">
                  <c:v>-2.541307</c:v>
                </c:pt>
                <c:pt idx="307">
                  <c:v>-1.739965</c:v>
                </c:pt>
                <c:pt idx="308">
                  <c:v>-3.003987</c:v>
                </c:pt>
                <c:pt idx="309">
                  <c:v>-2.243435</c:v>
                </c:pt>
                <c:pt idx="310">
                  <c:v>-2.258161</c:v>
                </c:pt>
                <c:pt idx="311">
                  <c:v>-3.530758</c:v>
                </c:pt>
                <c:pt idx="312">
                  <c:v>-1.183766</c:v>
                </c:pt>
                <c:pt idx="313">
                  <c:v>-0.61726</c:v>
                </c:pt>
                <c:pt idx="314">
                  <c:v>-1.313934</c:v>
                </c:pt>
                <c:pt idx="315">
                  <c:v>-2.466174</c:v>
                </c:pt>
                <c:pt idx="316">
                  <c:v>-2.793497</c:v>
                </c:pt>
                <c:pt idx="317">
                  <c:v>-1.934543</c:v>
                </c:pt>
                <c:pt idx="318">
                  <c:v>-0.983761</c:v>
                </c:pt>
                <c:pt idx="319">
                  <c:v>-2.30082</c:v>
                </c:pt>
                <c:pt idx="320">
                  <c:v>-2.245352</c:v>
                </c:pt>
                <c:pt idx="321">
                  <c:v>-2.278955</c:v>
                </c:pt>
                <c:pt idx="322">
                  <c:v>-1.790879</c:v>
                </c:pt>
                <c:pt idx="323">
                  <c:v>-2.512759</c:v>
                </c:pt>
                <c:pt idx="324">
                  <c:v>-3.184581</c:v>
                </c:pt>
                <c:pt idx="325">
                  <c:v>-2.233474</c:v>
                </c:pt>
                <c:pt idx="326">
                  <c:v>-2.290599</c:v>
                </c:pt>
                <c:pt idx="327">
                  <c:v>-2.500416</c:v>
                </c:pt>
                <c:pt idx="328">
                  <c:v>-2.971916</c:v>
                </c:pt>
                <c:pt idx="329">
                  <c:v>-2.24479</c:v>
                </c:pt>
                <c:pt idx="330">
                  <c:v>-1.917623</c:v>
                </c:pt>
                <c:pt idx="331">
                  <c:v>-2.471054</c:v>
                </c:pt>
                <c:pt idx="332">
                  <c:v>-1.971474</c:v>
                </c:pt>
                <c:pt idx="333">
                  <c:v>-2.926052</c:v>
                </c:pt>
                <c:pt idx="334">
                  <c:v>-1.662832</c:v>
                </c:pt>
                <c:pt idx="335">
                  <c:v>-1.946442</c:v>
                </c:pt>
                <c:pt idx="336">
                  <c:v>-2.912237</c:v>
                </c:pt>
                <c:pt idx="337">
                  <c:v>-1.606803</c:v>
                </c:pt>
                <c:pt idx="338">
                  <c:v>-2.956033</c:v>
                </c:pt>
                <c:pt idx="339">
                  <c:v>-2.291562</c:v>
                </c:pt>
                <c:pt idx="340">
                  <c:v>-3.511975</c:v>
                </c:pt>
                <c:pt idx="341">
                  <c:v>-3.868673</c:v>
                </c:pt>
                <c:pt idx="342">
                  <c:v>-3.328903</c:v>
                </c:pt>
                <c:pt idx="343">
                  <c:v>-2.52748</c:v>
                </c:pt>
                <c:pt idx="344">
                  <c:v>-3.224513</c:v>
                </c:pt>
                <c:pt idx="345">
                  <c:v>-3.022457</c:v>
                </c:pt>
                <c:pt idx="346">
                  <c:v>-2.76453</c:v>
                </c:pt>
                <c:pt idx="347">
                  <c:v>-3.414092</c:v>
                </c:pt>
                <c:pt idx="348">
                  <c:v>-2.131181</c:v>
                </c:pt>
                <c:pt idx="349">
                  <c:v>-2.768726</c:v>
                </c:pt>
              </c:numCache>
            </c:numRef>
          </c:xVal>
          <c:yVal>
            <c:numRef>
              <c:f>'Chart Data'!$B$2:$B$351</c:f>
              <c:numCache>
                <c:formatCode>General</c:formatCode>
                <c:ptCount val="350"/>
                <c:pt idx="0">
                  <c:v>1.80237</c:v>
                </c:pt>
                <c:pt idx="1">
                  <c:v>3.029486</c:v>
                </c:pt>
                <c:pt idx="2">
                  <c:v>-1.049451</c:v>
                </c:pt>
                <c:pt idx="3">
                  <c:v>1.474607</c:v>
                </c:pt>
                <c:pt idx="4">
                  <c:v>2.336432</c:v>
                </c:pt>
                <c:pt idx="5">
                  <c:v>0.004694</c:v>
                </c:pt>
                <c:pt idx="6">
                  <c:v>2.661605</c:v>
                </c:pt>
                <c:pt idx="7">
                  <c:v>1.193527</c:v>
                </c:pt>
                <c:pt idx="8">
                  <c:v>3.21983</c:v>
                </c:pt>
                <c:pt idx="9">
                  <c:v>1.281202</c:v>
                </c:pt>
                <c:pt idx="10">
                  <c:v>2.96153</c:v>
                </c:pt>
                <c:pt idx="11">
                  <c:v>0.393619</c:v>
                </c:pt>
                <c:pt idx="12">
                  <c:v>-0.623884</c:v>
                </c:pt>
                <c:pt idx="13">
                  <c:v>0.043123</c:v>
                </c:pt>
                <c:pt idx="14">
                  <c:v>0.022929</c:v>
                </c:pt>
                <c:pt idx="15">
                  <c:v>0.384194</c:v>
                </c:pt>
                <c:pt idx="16">
                  <c:v>0.830805</c:v>
                </c:pt>
                <c:pt idx="17">
                  <c:v>0.824089</c:v>
                </c:pt>
                <c:pt idx="18">
                  <c:v>0.589875</c:v>
                </c:pt>
                <c:pt idx="19">
                  <c:v>-0.059672</c:v>
                </c:pt>
                <c:pt idx="20">
                  <c:v>2.652329</c:v>
                </c:pt>
                <c:pt idx="21">
                  <c:v>1.460657</c:v>
                </c:pt>
                <c:pt idx="22">
                  <c:v>3.207686</c:v>
                </c:pt>
                <c:pt idx="23">
                  <c:v>0.370838</c:v>
                </c:pt>
                <c:pt idx="24">
                  <c:v>1.914259</c:v>
                </c:pt>
                <c:pt idx="25">
                  <c:v>0.254767</c:v>
                </c:pt>
                <c:pt idx="26">
                  <c:v>0.685363</c:v>
                </c:pt>
                <c:pt idx="27">
                  <c:v>-2.763372</c:v>
                </c:pt>
                <c:pt idx="28">
                  <c:v>-0.528326</c:v>
                </c:pt>
                <c:pt idx="29">
                  <c:v>3.345921</c:v>
                </c:pt>
                <c:pt idx="30">
                  <c:v>0.552511</c:v>
                </c:pt>
                <c:pt idx="31">
                  <c:v>-0.120065</c:v>
                </c:pt>
                <c:pt idx="32">
                  <c:v>-1.34565</c:v>
                </c:pt>
                <c:pt idx="33">
                  <c:v>1.240973</c:v>
                </c:pt>
                <c:pt idx="34">
                  <c:v>0.815308</c:v>
                </c:pt>
                <c:pt idx="35">
                  <c:v>-0.238067</c:v>
                </c:pt>
                <c:pt idx="36">
                  <c:v>-2.108431</c:v>
                </c:pt>
                <c:pt idx="37">
                  <c:v>2.098712</c:v>
                </c:pt>
                <c:pt idx="38">
                  <c:v>1.126408</c:v>
                </c:pt>
                <c:pt idx="39">
                  <c:v>1.764113</c:v>
                </c:pt>
                <c:pt idx="40">
                  <c:v>-1.719798</c:v>
                </c:pt>
                <c:pt idx="41">
                  <c:v>0.881036</c:v>
                </c:pt>
                <c:pt idx="42">
                  <c:v>1.987553</c:v>
                </c:pt>
                <c:pt idx="43">
                  <c:v>-1.113761</c:v>
                </c:pt>
                <c:pt idx="44">
                  <c:v>0.339989</c:v>
                </c:pt>
                <c:pt idx="45">
                  <c:v>3.952096</c:v>
                </c:pt>
                <c:pt idx="46">
                  <c:v>-0.8737</c:v>
                </c:pt>
                <c:pt idx="47">
                  <c:v>2.254449</c:v>
                </c:pt>
                <c:pt idx="48">
                  <c:v>0.892953</c:v>
                </c:pt>
                <c:pt idx="49">
                  <c:v>1.323258</c:v>
                </c:pt>
                <c:pt idx="50">
                  <c:v>2.683344</c:v>
                </c:pt>
                <c:pt idx="51">
                  <c:v>-0.06543</c:v>
                </c:pt>
                <c:pt idx="52">
                  <c:v>1.519359</c:v>
                </c:pt>
                <c:pt idx="53">
                  <c:v>-1.596169</c:v>
                </c:pt>
                <c:pt idx="54">
                  <c:v>1.153252</c:v>
                </c:pt>
                <c:pt idx="55">
                  <c:v>0.797244</c:v>
                </c:pt>
                <c:pt idx="56">
                  <c:v>3.223182</c:v>
                </c:pt>
                <c:pt idx="57">
                  <c:v>1.789695</c:v>
                </c:pt>
                <c:pt idx="58">
                  <c:v>1.175346</c:v>
                </c:pt>
                <c:pt idx="59">
                  <c:v>1.718345</c:v>
                </c:pt>
                <c:pt idx="60">
                  <c:v>1.022205</c:v>
                </c:pt>
                <c:pt idx="61">
                  <c:v>2.052974</c:v>
                </c:pt>
                <c:pt idx="62">
                  <c:v>0.00485</c:v>
                </c:pt>
                <c:pt idx="63">
                  <c:v>3.022094</c:v>
                </c:pt>
                <c:pt idx="64">
                  <c:v>3.682127</c:v>
                </c:pt>
                <c:pt idx="65">
                  <c:v>0.606968</c:v>
                </c:pt>
                <c:pt idx="66">
                  <c:v>0.176016</c:v>
                </c:pt>
                <c:pt idx="67">
                  <c:v>-0.474162</c:v>
                </c:pt>
                <c:pt idx="68">
                  <c:v>2.204209</c:v>
                </c:pt>
                <c:pt idx="69">
                  <c:v>1.597709</c:v>
                </c:pt>
                <c:pt idx="70">
                  <c:v>0.754162</c:v>
                </c:pt>
                <c:pt idx="71">
                  <c:v>1.708955</c:v>
                </c:pt>
                <c:pt idx="72">
                  <c:v>1.360398</c:v>
                </c:pt>
                <c:pt idx="73">
                  <c:v>1.329863</c:v>
                </c:pt>
                <c:pt idx="74">
                  <c:v>3.623194</c:v>
                </c:pt>
                <c:pt idx="75">
                  <c:v>1.315548</c:v>
                </c:pt>
                <c:pt idx="76">
                  <c:v>3.867207</c:v>
                </c:pt>
                <c:pt idx="77">
                  <c:v>-1.08536</c:v>
                </c:pt>
                <c:pt idx="78">
                  <c:v>0.638365</c:v>
                </c:pt>
                <c:pt idx="79">
                  <c:v>1.921575</c:v>
                </c:pt>
                <c:pt idx="80">
                  <c:v>-0.408552</c:v>
                </c:pt>
                <c:pt idx="81">
                  <c:v>-5.216287</c:v>
                </c:pt>
                <c:pt idx="82">
                  <c:v>0.545683</c:v>
                </c:pt>
                <c:pt idx="83">
                  <c:v>2.587819</c:v>
                </c:pt>
                <c:pt idx="84">
                  <c:v>0.9651</c:v>
                </c:pt>
                <c:pt idx="85">
                  <c:v>0.507987</c:v>
                </c:pt>
                <c:pt idx="86">
                  <c:v>1.223928</c:v>
                </c:pt>
                <c:pt idx="87">
                  <c:v>3.503785</c:v>
                </c:pt>
                <c:pt idx="88">
                  <c:v>-0.35335</c:v>
                </c:pt>
                <c:pt idx="89">
                  <c:v>0.827909</c:v>
                </c:pt>
                <c:pt idx="90">
                  <c:v>2.084622</c:v>
                </c:pt>
                <c:pt idx="91">
                  <c:v>3.107077</c:v>
                </c:pt>
                <c:pt idx="92">
                  <c:v>-1.536291</c:v>
                </c:pt>
                <c:pt idx="93">
                  <c:v>0.696424</c:v>
                </c:pt>
                <c:pt idx="94">
                  <c:v>2.079232</c:v>
                </c:pt>
                <c:pt idx="95">
                  <c:v>2.821644</c:v>
                </c:pt>
                <c:pt idx="96">
                  <c:v>2.566441</c:v>
                </c:pt>
                <c:pt idx="97">
                  <c:v>4.612384</c:v>
                </c:pt>
                <c:pt idx="98">
                  <c:v>2.521995</c:v>
                </c:pt>
                <c:pt idx="99">
                  <c:v>1.802667</c:v>
                </c:pt>
                <c:pt idx="100">
                  <c:v>1.019287</c:v>
                </c:pt>
                <c:pt idx="101">
                  <c:v>3.671094</c:v>
                </c:pt>
                <c:pt idx="102">
                  <c:v>1.736779</c:v>
                </c:pt>
                <c:pt idx="103">
                  <c:v>2.096523</c:v>
                </c:pt>
                <c:pt idx="104">
                  <c:v>2.861851</c:v>
                </c:pt>
                <c:pt idx="105">
                  <c:v>-0.125917</c:v>
                </c:pt>
                <c:pt idx="106">
                  <c:v>2.627458</c:v>
                </c:pt>
                <c:pt idx="107">
                  <c:v>3.649697</c:v>
                </c:pt>
                <c:pt idx="108">
                  <c:v>1.584569</c:v>
                </c:pt>
                <c:pt idx="109">
                  <c:v>0.939406</c:v>
                </c:pt>
                <c:pt idx="110">
                  <c:v>0.310118</c:v>
                </c:pt>
                <c:pt idx="111">
                  <c:v>-4.886513</c:v>
                </c:pt>
                <c:pt idx="112">
                  <c:v>1.56711</c:v>
                </c:pt>
                <c:pt idx="113">
                  <c:v>3.272138</c:v>
                </c:pt>
                <c:pt idx="114">
                  <c:v>2.234823</c:v>
                </c:pt>
                <c:pt idx="115">
                  <c:v>2.587166</c:v>
                </c:pt>
                <c:pt idx="116">
                  <c:v>1.210773</c:v>
                </c:pt>
                <c:pt idx="117">
                  <c:v>0.930013</c:v>
                </c:pt>
                <c:pt idx="118">
                  <c:v>2.156251</c:v>
                </c:pt>
                <c:pt idx="119">
                  <c:v>1.840416</c:v>
                </c:pt>
                <c:pt idx="120">
                  <c:v>2.014262</c:v>
                </c:pt>
                <c:pt idx="121">
                  <c:v>0.864271</c:v>
                </c:pt>
                <c:pt idx="122">
                  <c:v>1.655471</c:v>
                </c:pt>
                <c:pt idx="123">
                  <c:v>-0.052974</c:v>
                </c:pt>
                <c:pt idx="124">
                  <c:v>3.172578</c:v>
                </c:pt>
                <c:pt idx="125">
                  <c:v>-1.004383</c:v>
                </c:pt>
                <c:pt idx="126">
                  <c:v>3.800875</c:v>
                </c:pt>
                <c:pt idx="127">
                  <c:v>2.786101</c:v>
                </c:pt>
                <c:pt idx="128">
                  <c:v>0.809449</c:v>
                </c:pt>
                <c:pt idx="129">
                  <c:v>1.948045</c:v>
                </c:pt>
                <c:pt idx="130">
                  <c:v>2.230498</c:v>
                </c:pt>
                <c:pt idx="131">
                  <c:v>2.256787</c:v>
                </c:pt>
                <c:pt idx="132">
                  <c:v>2.330225</c:v>
                </c:pt>
                <c:pt idx="133">
                  <c:v>1.785577</c:v>
                </c:pt>
                <c:pt idx="134">
                  <c:v>3.696856</c:v>
                </c:pt>
                <c:pt idx="135">
                  <c:v>2.076063</c:v>
                </c:pt>
                <c:pt idx="136">
                  <c:v>1.061105</c:v>
                </c:pt>
                <c:pt idx="137">
                  <c:v>0.481821</c:v>
                </c:pt>
                <c:pt idx="138">
                  <c:v>0.141566</c:v>
                </c:pt>
                <c:pt idx="139">
                  <c:v>1.883565</c:v>
                </c:pt>
                <c:pt idx="140">
                  <c:v>1.72061</c:v>
                </c:pt>
                <c:pt idx="141">
                  <c:v>4.183561</c:v>
                </c:pt>
                <c:pt idx="142">
                  <c:v>0.021379</c:v>
                </c:pt>
                <c:pt idx="143">
                  <c:v>2.413322</c:v>
                </c:pt>
                <c:pt idx="144">
                  <c:v>0.983549</c:v>
                </c:pt>
                <c:pt idx="145">
                  <c:v>3.2291</c:v>
                </c:pt>
                <c:pt idx="146">
                  <c:v>-0.47423</c:v>
                </c:pt>
                <c:pt idx="147">
                  <c:v>1.429736</c:v>
                </c:pt>
                <c:pt idx="148">
                  <c:v>2.167631</c:v>
                </c:pt>
                <c:pt idx="149">
                  <c:v>2.233512</c:v>
                </c:pt>
                <c:pt idx="150">
                  <c:v>1.6384</c:v>
                </c:pt>
                <c:pt idx="151">
                  <c:v>1.152291</c:v>
                </c:pt>
                <c:pt idx="152">
                  <c:v>2.623375</c:v>
                </c:pt>
                <c:pt idx="153">
                  <c:v>1.474666</c:v>
                </c:pt>
                <c:pt idx="154">
                  <c:v>-0.485546</c:v>
                </c:pt>
                <c:pt idx="155">
                  <c:v>1.16088</c:v>
                </c:pt>
                <c:pt idx="156">
                  <c:v>3.099967</c:v>
                </c:pt>
                <c:pt idx="157">
                  <c:v>-0.746551</c:v>
                </c:pt>
                <c:pt idx="158">
                  <c:v>0.313882</c:v>
                </c:pt>
                <c:pt idx="159">
                  <c:v>2.565988</c:v>
                </c:pt>
                <c:pt idx="160">
                  <c:v>2.835957</c:v>
                </c:pt>
                <c:pt idx="161">
                  <c:v>-0.327199</c:v>
                </c:pt>
                <c:pt idx="162">
                  <c:v>-1.865557</c:v>
                </c:pt>
                <c:pt idx="163">
                  <c:v>0.077971</c:v>
                </c:pt>
                <c:pt idx="164">
                  <c:v>2.073831</c:v>
                </c:pt>
                <c:pt idx="165">
                  <c:v>1.344504</c:v>
                </c:pt>
                <c:pt idx="166">
                  <c:v>2.301398</c:v>
                </c:pt>
                <c:pt idx="167">
                  <c:v>2.197729</c:v>
                </c:pt>
                <c:pt idx="168">
                  <c:v>2.787439</c:v>
                </c:pt>
                <c:pt idx="169">
                  <c:v>4.83644</c:v>
                </c:pt>
                <c:pt idx="170">
                  <c:v>2.110363</c:v>
                </c:pt>
                <c:pt idx="171">
                  <c:v>1.587812</c:v>
                </c:pt>
                <c:pt idx="172">
                  <c:v>0.866434</c:v>
                </c:pt>
                <c:pt idx="173">
                  <c:v>0.30411</c:v>
                </c:pt>
                <c:pt idx="174">
                  <c:v>0.849047</c:v>
                </c:pt>
                <c:pt idx="175">
                  <c:v>-1.018226</c:v>
                </c:pt>
                <c:pt idx="176">
                  <c:v>1.720395</c:v>
                </c:pt>
                <c:pt idx="177">
                  <c:v>-4.686374</c:v>
                </c:pt>
                <c:pt idx="178">
                  <c:v>-0.585111</c:v>
                </c:pt>
                <c:pt idx="179">
                  <c:v>0.470346</c:v>
                </c:pt>
                <c:pt idx="180">
                  <c:v>3.109187</c:v>
                </c:pt>
                <c:pt idx="181">
                  <c:v>0.149019</c:v>
                </c:pt>
                <c:pt idx="182">
                  <c:v>1.566079</c:v>
                </c:pt>
                <c:pt idx="183">
                  <c:v>1.249143</c:v>
                </c:pt>
                <c:pt idx="184">
                  <c:v>-1.896379</c:v>
                </c:pt>
                <c:pt idx="185">
                  <c:v>1.272431</c:v>
                </c:pt>
                <c:pt idx="186">
                  <c:v>1.588976</c:v>
                </c:pt>
                <c:pt idx="187">
                  <c:v>-3.33474</c:v>
                </c:pt>
                <c:pt idx="188">
                  <c:v>2.796281</c:v>
                </c:pt>
                <c:pt idx="189">
                  <c:v>-1.243102</c:v>
                </c:pt>
                <c:pt idx="190">
                  <c:v>0.440746</c:v>
                </c:pt>
                <c:pt idx="191">
                  <c:v>1.31966</c:v>
                </c:pt>
                <c:pt idx="192">
                  <c:v>-0.848932</c:v>
                </c:pt>
                <c:pt idx="193">
                  <c:v>0.676106</c:v>
                </c:pt>
                <c:pt idx="194">
                  <c:v>0.929032</c:v>
                </c:pt>
                <c:pt idx="195">
                  <c:v>0.921748</c:v>
                </c:pt>
                <c:pt idx="196">
                  <c:v>2.117854</c:v>
                </c:pt>
                <c:pt idx="197">
                  <c:v>1.166993</c:v>
                </c:pt>
                <c:pt idx="198">
                  <c:v>2.21754</c:v>
                </c:pt>
                <c:pt idx="199">
                  <c:v>4.140493</c:v>
                </c:pt>
                <c:pt idx="200">
                  <c:v>-1.562101</c:v>
                </c:pt>
                <c:pt idx="201">
                  <c:v>-0.437058</c:v>
                </c:pt>
                <c:pt idx="202">
                  <c:v>1.685854</c:v>
                </c:pt>
                <c:pt idx="203">
                  <c:v>0.649138</c:v>
                </c:pt>
                <c:pt idx="204">
                  <c:v>0.444581</c:v>
                </c:pt>
                <c:pt idx="205">
                  <c:v>2.364826</c:v>
                </c:pt>
                <c:pt idx="206">
                  <c:v>1.623841</c:v>
                </c:pt>
                <c:pt idx="207">
                  <c:v>-1.03792</c:v>
                </c:pt>
                <c:pt idx="208">
                  <c:v>0.420708</c:v>
                </c:pt>
                <c:pt idx="209">
                  <c:v>1.044346</c:v>
                </c:pt>
                <c:pt idx="210">
                  <c:v>1.442385</c:v>
                </c:pt>
                <c:pt idx="211">
                  <c:v>0.62321</c:v>
                </c:pt>
                <c:pt idx="212">
                  <c:v>3.965482</c:v>
                </c:pt>
                <c:pt idx="213">
                  <c:v>2.713237</c:v>
                </c:pt>
                <c:pt idx="214">
                  <c:v>2.205894</c:v>
                </c:pt>
                <c:pt idx="215">
                  <c:v>1.505477</c:v>
                </c:pt>
                <c:pt idx="216">
                  <c:v>2.223731</c:v>
                </c:pt>
                <c:pt idx="217">
                  <c:v>3.331863</c:v>
                </c:pt>
                <c:pt idx="218">
                  <c:v>3.168715</c:v>
                </c:pt>
                <c:pt idx="219">
                  <c:v>1.444785</c:v>
                </c:pt>
                <c:pt idx="220">
                  <c:v>3.141279</c:v>
                </c:pt>
                <c:pt idx="221">
                  <c:v>1.924559</c:v>
                </c:pt>
                <c:pt idx="222">
                  <c:v>3.0537</c:v>
                </c:pt>
                <c:pt idx="223">
                  <c:v>1.950282</c:v>
                </c:pt>
                <c:pt idx="224">
                  <c:v>0.802912</c:v>
                </c:pt>
                <c:pt idx="225">
                  <c:v>2.20439</c:v>
                </c:pt>
                <c:pt idx="226">
                  <c:v>1.568958</c:v>
                </c:pt>
                <c:pt idx="227">
                  <c:v>1.311791</c:v>
                </c:pt>
                <c:pt idx="228">
                  <c:v>1.864741</c:v>
                </c:pt>
                <c:pt idx="229">
                  <c:v>0.354873</c:v>
                </c:pt>
                <c:pt idx="230">
                  <c:v>2.453817</c:v>
                </c:pt>
                <c:pt idx="231">
                  <c:v>2.162096</c:v>
                </c:pt>
                <c:pt idx="232">
                  <c:v>1.259534</c:v>
                </c:pt>
                <c:pt idx="233">
                  <c:v>2.282546</c:v>
                </c:pt>
                <c:pt idx="234">
                  <c:v>1.381788</c:v>
                </c:pt>
                <c:pt idx="235">
                  <c:v>2.3065</c:v>
                </c:pt>
                <c:pt idx="236">
                  <c:v>2.266962</c:v>
                </c:pt>
                <c:pt idx="237">
                  <c:v>0.972834</c:v>
                </c:pt>
                <c:pt idx="238">
                  <c:v>2.125213</c:v>
                </c:pt>
                <c:pt idx="239">
                  <c:v>0.680679</c:v>
                </c:pt>
                <c:pt idx="240">
                  <c:v>3.963788</c:v>
                </c:pt>
                <c:pt idx="241">
                  <c:v>0.105793</c:v>
                </c:pt>
                <c:pt idx="242">
                  <c:v>3.538934</c:v>
                </c:pt>
                <c:pt idx="243">
                  <c:v>4.424966</c:v>
                </c:pt>
                <c:pt idx="244">
                  <c:v>3.483426</c:v>
                </c:pt>
                <c:pt idx="245">
                  <c:v>1.727074</c:v>
                </c:pt>
                <c:pt idx="246">
                  <c:v>1.870593</c:v>
                </c:pt>
                <c:pt idx="247">
                  <c:v>1.728769</c:v>
                </c:pt>
                <c:pt idx="248">
                  <c:v>2.199646</c:v>
                </c:pt>
                <c:pt idx="249">
                  <c:v>-0.059759</c:v>
                </c:pt>
                <c:pt idx="250">
                  <c:v>0.383163</c:v>
                </c:pt>
                <c:pt idx="251">
                  <c:v>4.325599</c:v>
                </c:pt>
                <c:pt idx="252">
                  <c:v>0.872087</c:v>
                </c:pt>
                <c:pt idx="253">
                  <c:v>-0.646734</c:v>
                </c:pt>
                <c:pt idx="254">
                  <c:v>0.43855</c:v>
                </c:pt>
                <c:pt idx="255">
                  <c:v>-1.371751</c:v>
                </c:pt>
                <c:pt idx="256">
                  <c:v>-1.950988</c:v>
                </c:pt>
                <c:pt idx="257">
                  <c:v>5.110025</c:v>
                </c:pt>
                <c:pt idx="258">
                  <c:v>4.695633</c:v>
                </c:pt>
                <c:pt idx="259">
                  <c:v>1.737708</c:v>
                </c:pt>
                <c:pt idx="260">
                  <c:v>1.76299</c:v>
                </c:pt>
                <c:pt idx="261">
                  <c:v>2.953768</c:v>
                </c:pt>
                <c:pt idx="262">
                  <c:v>3.762834</c:v>
                </c:pt>
                <c:pt idx="263">
                  <c:v>1.424203</c:v>
                </c:pt>
                <c:pt idx="264">
                  <c:v>1.774235</c:v>
                </c:pt>
                <c:pt idx="265">
                  <c:v>2.205866</c:v>
                </c:pt>
                <c:pt idx="266">
                  <c:v>1.712594</c:v>
                </c:pt>
                <c:pt idx="267">
                  <c:v>-0.143048</c:v>
                </c:pt>
                <c:pt idx="268">
                  <c:v>0.082043</c:v>
                </c:pt>
                <c:pt idx="269">
                  <c:v>1.725853</c:v>
                </c:pt>
                <c:pt idx="270">
                  <c:v>1.915115</c:v>
                </c:pt>
                <c:pt idx="271">
                  <c:v>1.89844</c:v>
                </c:pt>
                <c:pt idx="272">
                  <c:v>3.139255</c:v>
                </c:pt>
                <c:pt idx="273">
                  <c:v>2.848674</c:v>
                </c:pt>
                <c:pt idx="274">
                  <c:v>1.878298</c:v>
                </c:pt>
                <c:pt idx="275">
                  <c:v>2.640446</c:v>
                </c:pt>
                <c:pt idx="276">
                  <c:v>1.615007</c:v>
                </c:pt>
                <c:pt idx="277">
                  <c:v>3.81813</c:v>
                </c:pt>
                <c:pt idx="278">
                  <c:v>2.846161</c:v>
                </c:pt>
                <c:pt idx="279">
                  <c:v>0.169423</c:v>
                </c:pt>
                <c:pt idx="280">
                  <c:v>2.606991</c:v>
                </c:pt>
                <c:pt idx="281">
                  <c:v>2.943589</c:v>
                </c:pt>
                <c:pt idx="282">
                  <c:v>-0.932774</c:v>
                </c:pt>
                <c:pt idx="283">
                  <c:v>2.77889</c:v>
                </c:pt>
                <c:pt idx="284">
                  <c:v>3.38783</c:v>
                </c:pt>
                <c:pt idx="285">
                  <c:v>2.512548</c:v>
                </c:pt>
                <c:pt idx="286">
                  <c:v>2.832821</c:v>
                </c:pt>
                <c:pt idx="287">
                  <c:v>0.629945</c:v>
                </c:pt>
                <c:pt idx="288">
                  <c:v>3.493255</c:v>
                </c:pt>
                <c:pt idx="289">
                  <c:v>0.99</c:v>
                </c:pt>
                <c:pt idx="290">
                  <c:v>1.022433</c:v>
                </c:pt>
                <c:pt idx="291">
                  <c:v>3.635647</c:v>
                </c:pt>
                <c:pt idx="292">
                  <c:v>2.380019</c:v>
                </c:pt>
                <c:pt idx="293">
                  <c:v>2.411029</c:v>
                </c:pt>
                <c:pt idx="294">
                  <c:v>2.614687</c:v>
                </c:pt>
                <c:pt idx="295">
                  <c:v>1.809342</c:v>
                </c:pt>
                <c:pt idx="296">
                  <c:v>2.676028</c:v>
                </c:pt>
                <c:pt idx="297">
                  <c:v>1.562232</c:v>
                </c:pt>
                <c:pt idx="298">
                  <c:v>2.778802</c:v>
                </c:pt>
                <c:pt idx="299">
                  <c:v>2.015209</c:v>
                </c:pt>
                <c:pt idx="300">
                  <c:v>1.829224</c:v>
                </c:pt>
                <c:pt idx="301">
                  <c:v>0.865926</c:v>
                </c:pt>
                <c:pt idx="302">
                  <c:v>0.864428</c:v>
                </c:pt>
                <c:pt idx="303">
                  <c:v>2.029741</c:v>
                </c:pt>
                <c:pt idx="304">
                  <c:v>3.102198</c:v>
                </c:pt>
                <c:pt idx="305">
                  <c:v>1.845637</c:v>
                </c:pt>
                <c:pt idx="306">
                  <c:v>2.616698</c:v>
                </c:pt>
                <c:pt idx="307">
                  <c:v>0.31372</c:v>
                </c:pt>
                <c:pt idx="308">
                  <c:v>1.431637</c:v>
                </c:pt>
                <c:pt idx="309">
                  <c:v>2.657121</c:v>
                </c:pt>
                <c:pt idx="310">
                  <c:v>0.473344</c:v>
                </c:pt>
                <c:pt idx="311">
                  <c:v>2.167981</c:v>
                </c:pt>
                <c:pt idx="312">
                  <c:v>2.865585</c:v>
                </c:pt>
                <c:pt idx="313">
                  <c:v>1.904308</c:v>
                </c:pt>
                <c:pt idx="314">
                  <c:v>2.329894</c:v>
                </c:pt>
                <c:pt idx="315">
                  <c:v>2.846043</c:v>
                </c:pt>
                <c:pt idx="316">
                  <c:v>2.510858</c:v>
                </c:pt>
                <c:pt idx="317">
                  <c:v>0.405437</c:v>
                </c:pt>
                <c:pt idx="318">
                  <c:v>3.305598</c:v>
                </c:pt>
                <c:pt idx="319">
                  <c:v>5.123249</c:v>
                </c:pt>
                <c:pt idx="320">
                  <c:v>0.334989</c:v>
                </c:pt>
                <c:pt idx="321">
                  <c:v>1.894391</c:v>
                </c:pt>
                <c:pt idx="322">
                  <c:v>2.819842</c:v>
                </c:pt>
                <c:pt idx="323">
                  <c:v>1.523627</c:v>
                </c:pt>
                <c:pt idx="324">
                  <c:v>2.58583</c:v>
                </c:pt>
                <c:pt idx="325">
                  <c:v>1.284691</c:v>
                </c:pt>
                <c:pt idx="326">
                  <c:v>2.444456</c:v>
                </c:pt>
                <c:pt idx="327">
                  <c:v>1.079561</c:v>
                </c:pt>
                <c:pt idx="328">
                  <c:v>1.488353</c:v>
                </c:pt>
                <c:pt idx="329">
                  <c:v>2.037075</c:v>
                </c:pt>
                <c:pt idx="330">
                  <c:v>0.872722</c:v>
                </c:pt>
                <c:pt idx="331">
                  <c:v>2.26893</c:v>
                </c:pt>
                <c:pt idx="332">
                  <c:v>1.423823</c:v>
                </c:pt>
                <c:pt idx="333">
                  <c:v>-1.501054</c:v>
                </c:pt>
                <c:pt idx="334">
                  <c:v>1.001467</c:v>
                </c:pt>
                <c:pt idx="335">
                  <c:v>2.209993</c:v>
                </c:pt>
                <c:pt idx="336">
                  <c:v>1.245224</c:v>
                </c:pt>
                <c:pt idx="337">
                  <c:v>2.628536</c:v>
                </c:pt>
                <c:pt idx="338">
                  <c:v>2.4204</c:v>
                </c:pt>
                <c:pt idx="339">
                  <c:v>2.807666</c:v>
                </c:pt>
                <c:pt idx="340">
                  <c:v>1.10661</c:v>
                </c:pt>
                <c:pt idx="341">
                  <c:v>1.299599</c:v>
                </c:pt>
                <c:pt idx="342">
                  <c:v>3.075958</c:v>
                </c:pt>
                <c:pt idx="343">
                  <c:v>3.332416</c:v>
                </c:pt>
                <c:pt idx="344">
                  <c:v>1.655921</c:v>
                </c:pt>
                <c:pt idx="345">
                  <c:v>2.610709</c:v>
                </c:pt>
                <c:pt idx="346">
                  <c:v>1.692592</c:v>
                </c:pt>
                <c:pt idx="347">
                  <c:v>2.846021</c:v>
                </c:pt>
                <c:pt idx="348">
                  <c:v>0.340622</c:v>
                </c:pt>
                <c:pt idx="349">
                  <c:v>2.347452</c:v>
                </c:pt>
              </c:numCache>
            </c:numRef>
          </c:yVal>
        </c:ser>
        <c:ser>
          <c:idx val="1"/>
          <c:order val="1"/>
          <c:tx>
            <c:v>기업 가성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249A78"/>
              </a:solidFill>
            </c:spPr>
          </c:marker>
          <c:xVal>
            <c:numRef>
              <c:f>'Chart Data'!$C$2:$C$87</c:f>
              <c:numCache>
                <c:formatCode>General</c:formatCode>
                <c:ptCount val="86"/>
                <c:pt idx="0">
                  <c:v>11.73048</c:v>
                </c:pt>
                <c:pt idx="1">
                  <c:v>11.520354</c:v>
                </c:pt>
                <c:pt idx="2">
                  <c:v>14.68858</c:v>
                </c:pt>
                <c:pt idx="3">
                  <c:v>14.2754</c:v>
                </c:pt>
                <c:pt idx="4">
                  <c:v>7.4944</c:v>
                </c:pt>
                <c:pt idx="5">
                  <c:v>7.306149</c:v>
                </c:pt>
                <c:pt idx="6">
                  <c:v>9.59444</c:v>
                </c:pt>
                <c:pt idx="7">
                  <c:v>8.90502</c:v>
                </c:pt>
                <c:pt idx="8">
                  <c:v>14.388443</c:v>
                </c:pt>
                <c:pt idx="9">
                  <c:v>14.070631</c:v>
                </c:pt>
                <c:pt idx="10">
                  <c:v>13.353193</c:v>
                </c:pt>
                <c:pt idx="11">
                  <c:v>13.151241</c:v>
                </c:pt>
                <c:pt idx="12">
                  <c:v>11.429085</c:v>
                </c:pt>
                <c:pt idx="13">
                  <c:v>10.811951</c:v>
                </c:pt>
                <c:pt idx="14">
                  <c:v>13.225498</c:v>
                </c:pt>
                <c:pt idx="15">
                  <c:v>12.677107</c:v>
                </c:pt>
                <c:pt idx="16">
                  <c:v>10.952849</c:v>
                </c:pt>
                <c:pt idx="17">
                  <c:v>10.651155</c:v>
                </c:pt>
                <c:pt idx="18">
                  <c:v>16.159369</c:v>
                </c:pt>
                <c:pt idx="19">
                  <c:v>16.019472</c:v>
                </c:pt>
                <c:pt idx="20">
                  <c:v>6.862517</c:v>
                </c:pt>
                <c:pt idx="21">
                  <c:v>6.698707</c:v>
                </c:pt>
                <c:pt idx="22">
                  <c:v>10.61507</c:v>
                </c:pt>
                <c:pt idx="23">
                  <c:v>10.237546</c:v>
                </c:pt>
                <c:pt idx="24">
                  <c:v>9.639867</c:v>
                </c:pt>
                <c:pt idx="25">
                  <c:v>9.369562</c:v>
                </c:pt>
                <c:pt idx="26">
                  <c:v>15.89164</c:v>
                </c:pt>
                <c:pt idx="27">
                  <c:v>15.417064</c:v>
                </c:pt>
                <c:pt idx="28">
                  <c:v>12.525021</c:v>
                </c:pt>
                <c:pt idx="29">
                  <c:v>11.893422</c:v>
                </c:pt>
                <c:pt idx="30">
                  <c:v>10.230165</c:v>
                </c:pt>
                <c:pt idx="31">
                  <c:v>15.676799</c:v>
                </c:pt>
                <c:pt idx="32">
                  <c:v>15.188863</c:v>
                </c:pt>
                <c:pt idx="33">
                  <c:v>10.649835</c:v>
                </c:pt>
                <c:pt idx="34">
                  <c:v>10.106356</c:v>
                </c:pt>
                <c:pt idx="35">
                  <c:v>9.520151</c:v>
                </c:pt>
                <c:pt idx="36">
                  <c:v>9.281378</c:v>
                </c:pt>
                <c:pt idx="37">
                  <c:v>8.968992</c:v>
                </c:pt>
                <c:pt idx="38">
                  <c:v>8.521753</c:v>
                </c:pt>
                <c:pt idx="39">
                  <c:v>10.299333</c:v>
                </c:pt>
                <c:pt idx="40">
                  <c:v>9.870764</c:v>
                </c:pt>
                <c:pt idx="41">
                  <c:v>12.940066</c:v>
                </c:pt>
                <c:pt idx="42">
                  <c:v>12.822274</c:v>
                </c:pt>
                <c:pt idx="43">
                  <c:v>12.796222</c:v>
                </c:pt>
                <c:pt idx="44">
                  <c:v>12.696731</c:v>
                </c:pt>
                <c:pt idx="45">
                  <c:v>9.543289</c:v>
                </c:pt>
                <c:pt idx="46">
                  <c:v>9.15319</c:v>
                </c:pt>
                <c:pt idx="47">
                  <c:v>11.65121</c:v>
                </c:pt>
                <c:pt idx="48">
                  <c:v>11.484747</c:v>
                </c:pt>
                <c:pt idx="49">
                  <c:v>14.271569</c:v>
                </c:pt>
                <c:pt idx="50">
                  <c:v>13.696601</c:v>
                </c:pt>
                <c:pt idx="51">
                  <c:v>13.882388</c:v>
                </c:pt>
                <c:pt idx="52">
                  <c:v>13.692205</c:v>
                </c:pt>
                <c:pt idx="53">
                  <c:v>15.031742</c:v>
                </c:pt>
                <c:pt idx="54">
                  <c:v>14.77374</c:v>
                </c:pt>
                <c:pt idx="55">
                  <c:v>15.175134</c:v>
                </c:pt>
                <c:pt idx="56">
                  <c:v>14.731642</c:v>
                </c:pt>
                <c:pt idx="57">
                  <c:v>17.433841</c:v>
                </c:pt>
                <c:pt idx="58">
                  <c:v>17.143018</c:v>
                </c:pt>
                <c:pt idx="59">
                  <c:v>-4.498746</c:v>
                </c:pt>
                <c:pt idx="60">
                  <c:v>-4.914731</c:v>
                </c:pt>
                <c:pt idx="61">
                  <c:v>5.299686</c:v>
                </c:pt>
                <c:pt idx="62">
                  <c:v>5.485757</c:v>
                </c:pt>
                <c:pt idx="63">
                  <c:v>15.710849</c:v>
                </c:pt>
                <c:pt idx="64">
                  <c:v>15.754385</c:v>
                </c:pt>
                <c:pt idx="65">
                  <c:v>13.233024</c:v>
                </c:pt>
                <c:pt idx="66">
                  <c:v>12.520536</c:v>
                </c:pt>
                <c:pt idx="67">
                  <c:v>14.868077</c:v>
                </c:pt>
                <c:pt idx="68">
                  <c:v>14.203593</c:v>
                </c:pt>
                <c:pt idx="69">
                  <c:v>12.199125</c:v>
                </c:pt>
                <c:pt idx="70">
                  <c:v>11.728054</c:v>
                </c:pt>
                <c:pt idx="71">
                  <c:v>14.294007</c:v>
                </c:pt>
                <c:pt idx="72">
                  <c:v>13.898122</c:v>
                </c:pt>
                <c:pt idx="73">
                  <c:v>16.160902</c:v>
                </c:pt>
                <c:pt idx="74">
                  <c:v>15.586292</c:v>
                </c:pt>
                <c:pt idx="75">
                  <c:v>16.851265</c:v>
                </c:pt>
                <c:pt idx="76">
                  <c:v>16.348965</c:v>
                </c:pt>
                <c:pt idx="77">
                  <c:v>9.801839</c:v>
                </c:pt>
                <c:pt idx="78">
                  <c:v>9.145658</c:v>
                </c:pt>
                <c:pt idx="79">
                  <c:v>7.875584</c:v>
                </c:pt>
                <c:pt idx="80">
                  <c:v>8.010496</c:v>
                </c:pt>
                <c:pt idx="81">
                  <c:v>9.427154</c:v>
                </c:pt>
                <c:pt idx="82">
                  <c:v>9.349068</c:v>
                </c:pt>
                <c:pt idx="83">
                  <c:v>14.671597</c:v>
                </c:pt>
                <c:pt idx="84">
                  <c:v>13.080215</c:v>
                </c:pt>
                <c:pt idx="85">
                  <c:v>14.684675</c:v>
                </c:pt>
              </c:numCache>
            </c:numRef>
          </c:xVal>
          <c:yVal>
            <c:numRef>
              <c:f>'Chart Data'!$D$2:$D$87</c:f>
              <c:numCache>
                <c:formatCode>General</c:formatCode>
                <c:ptCount val="86"/>
                <c:pt idx="0">
                  <c:v>-4.161501</c:v>
                </c:pt>
                <c:pt idx="1">
                  <c:v>-2.466861</c:v>
                </c:pt>
                <c:pt idx="2">
                  <c:v>-7.335215</c:v>
                </c:pt>
                <c:pt idx="3">
                  <c:v>-5.192949</c:v>
                </c:pt>
                <c:pt idx="4">
                  <c:v>1.30719</c:v>
                </c:pt>
                <c:pt idx="5">
                  <c:v>1.555489</c:v>
                </c:pt>
                <c:pt idx="6">
                  <c:v>-0.585302</c:v>
                </c:pt>
                <c:pt idx="7">
                  <c:v>-0.058647</c:v>
                </c:pt>
                <c:pt idx="8">
                  <c:v>-3.97835</c:v>
                </c:pt>
                <c:pt idx="9">
                  <c:v>-2.679907</c:v>
                </c:pt>
                <c:pt idx="10">
                  <c:v>-4.026895</c:v>
                </c:pt>
                <c:pt idx="11">
                  <c:v>-1.710128</c:v>
                </c:pt>
                <c:pt idx="12">
                  <c:v>-1.207183</c:v>
                </c:pt>
                <c:pt idx="13">
                  <c:v>0.017999</c:v>
                </c:pt>
                <c:pt idx="14">
                  <c:v>-1.864345</c:v>
                </c:pt>
                <c:pt idx="15">
                  <c:v>-0.94327</c:v>
                </c:pt>
                <c:pt idx="16">
                  <c:v>-1.169061</c:v>
                </c:pt>
                <c:pt idx="17">
                  <c:v>-0.102073</c:v>
                </c:pt>
                <c:pt idx="18">
                  <c:v>-4.262538</c:v>
                </c:pt>
                <c:pt idx="19">
                  <c:v>-3.352634</c:v>
                </c:pt>
                <c:pt idx="20">
                  <c:v>0.728759</c:v>
                </c:pt>
                <c:pt idx="21">
                  <c:v>2.543788</c:v>
                </c:pt>
                <c:pt idx="22">
                  <c:v>-4.042418</c:v>
                </c:pt>
                <c:pt idx="23">
                  <c:v>-3.75316</c:v>
                </c:pt>
                <c:pt idx="24">
                  <c:v>-1.978433</c:v>
                </c:pt>
                <c:pt idx="25">
                  <c:v>-0.160684</c:v>
                </c:pt>
                <c:pt idx="26">
                  <c:v>-2.552821</c:v>
                </c:pt>
                <c:pt idx="27">
                  <c:v>-1.297086</c:v>
                </c:pt>
                <c:pt idx="28">
                  <c:v>-4.07873</c:v>
                </c:pt>
                <c:pt idx="29">
                  <c:v>-1.977394</c:v>
                </c:pt>
                <c:pt idx="30">
                  <c:v>-2.300011</c:v>
                </c:pt>
                <c:pt idx="31">
                  <c:v>-4.272137</c:v>
                </c:pt>
                <c:pt idx="32">
                  <c:v>-4.189425</c:v>
                </c:pt>
                <c:pt idx="33">
                  <c:v>-2.245481</c:v>
                </c:pt>
                <c:pt idx="34">
                  <c:v>-1.601891</c:v>
                </c:pt>
                <c:pt idx="35">
                  <c:v>-7.38332</c:v>
                </c:pt>
                <c:pt idx="36">
                  <c:v>-3.472917</c:v>
                </c:pt>
                <c:pt idx="37">
                  <c:v>0.162232</c:v>
                </c:pt>
                <c:pt idx="38">
                  <c:v>1.048218</c:v>
                </c:pt>
                <c:pt idx="39">
                  <c:v>-4.380095</c:v>
                </c:pt>
                <c:pt idx="40">
                  <c:v>-3.471664</c:v>
                </c:pt>
                <c:pt idx="41">
                  <c:v>-4.555926</c:v>
                </c:pt>
                <c:pt idx="42">
                  <c:v>-3.341995</c:v>
                </c:pt>
                <c:pt idx="43">
                  <c:v>-7.265331</c:v>
                </c:pt>
                <c:pt idx="44">
                  <c:v>-5.006949</c:v>
                </c:pt>
                <c:pt idx="45">
                  <c:v>-0.040464</c:v>
                </c:pt>
                <c:pt idx="46">
                  <c:v>-0.123121</c:v>
                </c:pt>
                <c:pt idx="47">
                  <c:v>-3.670898</c:v>
                </c:pt>
                <c:pt idx="48">
                  <c:v>-1.046451</c:v>
                </c:pt>
                <c:pt idx="49">
                  <c:v>-1.973122</c:v>
                </c:pt>
                <c:pt idx="50">
                  <c:v>-0.460512</c:v>
                </c:pt>
                <c:pt idx="51">
                  <c:v>-1.654377</c:v>
                </c:pt>
                <c:pt idx="52">
                  <c:v>-0.708391</c:v>
                </c:pt>
                <c:pt idx="53">
                  <c:v>-2.135645</c:v>
                </c:pt>
                <c:pt idx="54">
                  <c:v>-1.629768</c:v>
                </c:pt>
                <c:pt idx="55">
                  <c:v>-1.31836</c:v>
                </c:pt>
                <c:pt idx="56">
                  <c:v>-1.007844</c:v>
                </c:pt>
                <c:pt idx="57">
                  <c:v>-4.092961</c:v>
                </c:pt>
                <c:pt idx="58">
                  <c:v>-2.77624</c:v>
                </c:pt>
                <c:pt idx="59">
                  <c:v>7.119369</c:v>
                </c:pt>
                <c:pt idx="60">
                  <c:v>8.01623</c:v>
                </c:pt>
                <c:pt idx="61">
                  <c:v>-18.815792</c:v>
                </c:pt>
                <c:pt idx="62">
                  <c:v>-17.852128</c:v>
                </c:pt>
                <c:pt idx="63">
                  <c:v>-7.014439</c:v>
                </c:pt>
                <c:pt idx="64">
                  <c:v>-3.742054</c:v>
                </c:pt>
                <c:pt idx="65">
                  <c:v>-2.961925</c:v>
                </c:pt>
                <c:pt idx="66">
                  <c:v>-3.071875</c:v>
                </c:pt>
                <c:pt idx="67">
                  <c:v>-1.096557</c:v>
                </c:pt>
                <c:pt idx="68">
                  <c:v>-1.386056</c:v>
                </c:pt>
                <c:pt idx="69">
                  <c:v>0.550467</c:v>
                </c:pt>
                <c:pt idx="70">
                  <c:v>0.940797</c:v>
                </c:pt>
                <c:pt idx="71">
                  <c:v>-2.158387</c:v>
                </c:pt>
                <c:pt idx="72">
                  <c:v>-0.640719</c:v>
                </c:pt>
                <c:pt idx="73">
                  <c:v>-4.631321</c:v>
                </c:pt>
                <c:pt idx="74">
                  <c:v>-4.658423</c:v>
                </c:pt>
                <c:pt idx="75">
                  <c:v>-5.911767</c:v>
                </c:pt>
                <c:pt idx="76">
                  <c:v>-4.478535</c:v>
                </c:pt>
                <c:pt idx="77">
                  <c:v>-1.8427</c:v>
                </c:pt>
                <c:pt idx="78">
                  <c:v>0.21927</c:v>
                </c:pt>
                <c:pt idx="79">
                  <c:v>-22.400611</c:v>
                </c:pt>
                <c:pt idx="80">
                  <c:v>-22.102039</c:v>
                </c:pt>
                <c:pt idx="81">
                  <c:v>-21.60908</c:v>
                </c:pt>
                <c:pt idx="82">
                  <c:v>-21.29335</c:v>
                </c:pt>
                <c:pt idx="83">
                  <c:v>-1.165114</c:v>
                </c:pt>
                <c:pt idx="84">
                  <c:v>0.120845</c:v>
                </c:pt>
                <c:pt idx="85">
                  <c:v>-1.581979</c:v>
                </c:pt>
              </c:numCache>
            </c:numRef>
          </c:yVal>
        </c:ser>
        <c:ser>
          <c:idx val="2"/>
          <c:order val="2"/>
          <c:tx>
            <c:v>마스터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9"/>
            <c:spPr>
              <a:solidFill xmlns:a="http://schemas.openxmlformats.org/drawingml/2006/main">
                <a:srgbClr val="7552B5"/>
              </a:solidFill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53.462628</c:v>
                </c:pt>
                <c:pt idx="1">
                  <c:v>51.807823</c:v>
                </c:pt>
                <c:pt idx="2">
                  <c:v>52.969126</c:v>
                </c:pt>
                <c:pt idx="3">
                  <c:v>52.257553</c:v>
                </c:pt>
                <c:pt idx="4">
                  <c:v>51.641259</c:v>
                </c:pt>
                <c:pt idx="5">
                  <c:v>52.83064</c:v>
                </c:pt>
                <c:pt idx="6">
                  <c:v>57.349671</c:v>
                </c:pt>
                <c:pt idx="7">
                  <c:v>56.371414</c:v>
                </c:pt>
                <c:pt idx="8">
                  <c:v>54.74334</c:v>
                </c:pt>
                <c:pt idx="9">
                  <c:v>55.01652</c:v>
                </c:pt>
              </c:numCache>
            </c:numRef>
          </c:xVal>
          <c:yVal>
            <c:numRef>
              <c:f>'Chart Data'!$F$2:$F$11</c:f>
              <c:numCache>
                <c:formatCode>General</c:formatCode>
                <c:ptCount val="10"/>
                <c:pt idx="0">
                  <c:v>150.353583</c:v>
                </c:pt>
                <c:pt idx="1">
                  <c:v>151.008541</c:v>
                </c:pt>
                <c:pt idx="2">
                  <c:v>150.893019</c:v>
                </c:pt>
                <c:pt idx="3">
                  <c:v>151.111073</c:v>
                </c:pt>
                <c:pt idx="4">
                  <c:v>150.717418</c:v>
                </c:pt>
                <c:pt idx="5">
                  <c:v>151.780811</c:v>
                </c:pt>
                <c:pt idx="6">
                  <c:v>137.271023</c:v>
                </c:pt>
                <c:pt idx="7">
                  <c:v>139.175433</c:v>
                </c:pt>
                <c:pt idx="8">
                  <c:v>140.266018</c:v>
                </c:pt>
                <c:pt idx="9">
                  <c:v>139.630487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맑은 고딕"/>
                  <a:ea typeface="맑은 고딕"/>
                  <a:cs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E2E7EC"/>
              </a:solidFill>
            </a:ln>
          </c:spPr>
        </c:majorGridlines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A3A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설비 OK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347DAF"/>
              </a:solidFill>
            </c:spPr>
          </c:marker>
          <c:xVal>
            <c:numRef>
              <c:f>'Chart Data'!$A$2:$A$351</c:f>
              <c:numCache>
                <c:formatCode>General</c:formatCode>
                <c:ptCount val="350"/>
                <c:pt idx="0">
                  <c:v>-10.933522</c:v>
                </c:pt>
                <c:pt idx="1">
                  <c:v>-11.1654</c:v>
                </c:pt>
                <c:pt idx="2">
                  <c:v>-9.115638</c:v>
                </c:pt>
                <c:pt idx="3">
                  <c:v>-11.043284</c:v>
                </c:pt>
                <c:pt idx="4">
                  <c:v>-10.615103</c:v>
                </c:pt>
                <c:pt idx="5">
                  <c:v>-10.540977</c:v>
                </c:pt>
                <c:pt idx="6">
                  <c:v>-11.063072</c:v>
                </c:pt>
                <c:pt idx="7">
                  <c:v>-10.729632</c:v>
                </c:pt>
                <c:pt idx="8">
                  <c:v>-12.055619</c:v>
                </c:pt>
                <c:pt idx="9">
                  <c:v>-10.977339</c:v>
                </c:pt>
                <c:pt idx="10">
                  <c:v>-11.619071</c:v>
                </c:pt>
                <c:pt idx="11">
                  <c:v>-12.025139</c:v>
                </c:pt>
                <c:pt idx="12">
                  <c:v>-11.711636</c:v>
                </c:pt>
                <c:pt idx="13">
                  <c:v>-11.442167</c:v>
                </c:pt>
                <c:pt idx="14">
                  <c:v>-12.423114</c:v>
                </c:pt>
                <c:pt idx="15">
                  <c:v>-11.381829</c:v>
                </c:pt>
                <c:pt idx="16">
                  <c:v>-11.301271</c:v>
                </c:pt>
                <c:pt idx="17">
                  <c:v>-12.04372</c:v>
                </c:pt>
                <c:pt idx="18">
                  <c:v>-12.217582</c:v>
                </c:pt>
                <c:pt idx="19">
                  <c:v>-11.743312</c:v>
                </c:pt>
                <c:pt idx="20">
                  <c:v>-11.992378</c:v>
                </c:pt>
                <c:pt idx="21">
                  <c:v>-11.575786</c:v>
                </c:pt>
                <c:pt idx="22">
                  <c:v>-12.664987</c:v>
                </c:pt>
                <c:pt idx="23">
                  <c:v>-12.476457</c:v>
                </c:pt>
                <c:pt idx="24">
                  <c:v>-11.720927</c:v>
                </c:pt>
                <c:pt idx="25">
                  <c:v>-12.687231</c:v>
                </c:pt>
                <c:pt idx="26">
                  <c:v>-12.092407</c:v>
                </c:pt>
                <c:pt idx="27">
                  <c:v>-4.625401</c:v>
                </c:pt>
                <c:pt idx="28">
                  <c:v>-7.42061</c:v>
                </c:pt>
                <c:pt idx="29">
                  <c:v>-9.823279</c:v>
                </c:pt>
                <c:pt idx="30">
                  <c:v>-9.845818</c:v>
                </c:pt>
                <c:pt idx="31">
                  <c:v>-10.414715</c:v>
                </c:pt>
                <c:pt idx="32">
                  <c:v>-8.913863</c:v>
                </c:pt>
                <c:pt idx="33">
                  <c:v>-9.493767</c:v>
                </c:pt>
                <c:pt idx="34">
                  <c:v>-0.424104</c:v>
                </c:pt>
                <c:pt idx="35">
                  <c:v>-5.435675</c:v>
                </c:pt>
                <c:pt idx="36">
                  <c:v>-6.130921</c:v>
                </c:pt>
                <c:pt idx="37">
                  <c:v>-5.688465</c:v>
                </c:pt>
                <c:pt idx="38">
                  <c:v>-8.156786</c:v>
                </c:pt>
                <c:pt idx="39">
                  <c:v>-6.774144</c:v>
                </c:pt>
                <c:pt idx="40">
                  <c:v>-9.652082</c:v>
                </c:pt>
                <c:pt idx="41">
                  <c:v>-8.49168</c:v>
                </c:pt>
                <c:pt idx="42">
                  <c:v>-9.670966</c:v>
                </c:pt>
                <c:pt idx="43">
                  <c:v>-9.725191</c:v>
                </c:pt>
                <c:pt idx="44">
                  <c:v>-10.430052</c:v>
                </c:pt>
                <c:pt idx="45">
                  <c:v>-9.675925</c:v>
                </c:pt>
                <c:pt idx="46">
                  <c:v>-7.671179</c:v>
                </c:pt>
                <c:pt idx="47">
                  <c:v>-10.195538</c:v>
                </c:pt>
                <c:pt idx="48">
                  <c:v>-9.863695</c:v>
                </c:pt>
                <c:pt idx="49">
                  <c:v>-9.35546</c:v>
                </c:pt>
                <c:pt idx="50">
                  <c:v>-10.542466</c:v>
                </c:pt>
                <c:pt idx="51">
                  <c:v>-11.529019</c:v>
                </c:pt>
                <c:pt idx="52">
                  <c:v>-12.018971</c:v>
                </c:pt>
                <c:pt idx="53">
                  <c:v>-10.900656</c:v>
                </c:pt>
                <c:pt idx="54">
                  <c:v>-11.552151</c:v>
                </c:pt>
                <c:pt idx="55">
                  <c:v>-10.953321</c:v>
                </c:pt>
                <c:pt idx="56">
                  <c:v>-11.071001</c:v>
                </c:pt>
                <c:pt idx="57">
                  <c:v>-12.676203</c:v>
                </c:pt>
                <c:pt idx="58">
                  <c:v>-11.617418</c:v>
                </c:pt>
                <c:pt idx="59">
                  <c:v>-12.47238</c:v>
                </c:pt>
                <c:pt idx="60">
                  <c:v>-10.414949</c:v>
                </c:pt>
                <c:pt idx="61">
                  <c:v>-11.886062</c:v>
                </c:pt>
                <c:pt idx="62">
                  <c:v>-12.426422</c:v>
                </c:pt>
                <c:pt idx="63">
                  <c:v>-11.417902</c:v>
                </c:pt>
                <c:pt idx="64">
                  <c:v>-11.774381</c:v>
                </c:pt>
                <c:pt idx="65">
                  <c:v>-11.894241</c:v>
                </c:pt>
                <c:pt idx="66">
                  <c:v>-12.385884</c:v>
                </c:pt>
                <c:pt idx="67">
                  <c:v>-10.207468</c:v>
                </c:pt>
                <c:pt idx="68">
                  <c:v>-11.488537</c:v>
                </c:pt>
                <c:pt idx="69">
                  <c:v>-13.478395</c:v>
                </c:pt>
                <c:pt idx="70">
                  <c:v>-10.982678</c:v>
                </c:pt>
                <c:pt idx="71">
                  <c:v>-11.413896</c:v>
                </c:pt>
                <c:pt idx="72">
                  <c:v>-11.584679</c:v>
                </c:pt>
                <c:pt idx="73">
                  <c:v>-11.156007</c:v>
                </c:pt>
                <c:pt idx="74">
                  <c:v>-11.346738</c:v>
                </c:pt>
                <c:pt idx="75">
                  <c:v>-10.93731</c:v>
                </c:pt>
                <c:pt idx="76">
                  <c:v>-9.972337</c:v>
                </c:pt>
                <c:pt idx="77">
                  <c:v>-10.401862</c:v>
                </c:pt>
                <c:pt idx="78">
                  <c:v>-10.45568</c:v>
                </c:pt>
                <c:pt idx="79">
                  <c:v>-11.334331</c:v>
                </c:pt>
                <c:pt idx="80">
                  <c:v>-1.090328</c:v>
                </c:pt>
                <c:pt idx="81">
                  <c:v>10.412387</c:v>
                </c:pt>
                <c:pt idx="82">
                  <c:v>-0.697653</c:v>
                </c:pt>
                <c:pt idx="83">
                  <c:v>-2.114011</c:v>
                </c:pt>
                <c:pt idx="84">
                  <c:v>-4.221282</c:v>
                </c:pt>
                <c:pt idx="85">
                  <c:v>-5.070229</c:v>
                </c:pt>
                <c:pt idx="86">
                  <c:v>-5.300893</c:v>
                </c:pt>
                <c:pt idx="87">
                  <c:v>-6.570924</c:v>
                </c:pt>
                <c:pt idx="88">
                  <c:v>-7.201886</c:v>
                </c:pt>
                <c:pt idx="89">
                  <c:v>-9.00868</c:v>
                </c:pt>
                <c:pt idx="90">
                  <c:v>-9.024701</c:v>
                </c:pt>
                <c:pt idx="91">
                  <c:v>-8.499251</c:v>
                </c:pt>
                <c:pt idx="92">
                  <c:v>-8.356089</c:v>
                </c:pt>
                <c:pt idx="93">
                  <c:v>-9.256573</c:v>
                </c:pt>
                <c:pt idx="94">
                  <c:v>-9.984764</c:v>
                </c:pt>
                <c:pt idx="95">
                  <c:v>-10.30882</c:v>
                </c:pt>
                <c:pt idx="96">
                  <c:v>-10.800131</c:v>
                </c:pt>
                <c:pt idx="97">
                  <c:v>-10.788794</c:v>
                </c:pt>
                <c:pt idx="98">
                  <c:v>-12.567459</c:v>
                </c:pt>
                <c:pt idx="99">
                  <c:v>-12.814285</c:v>
                </c:pt>
                <c:pt idx="100">
                  <c:v>-11.132967</c:v>
                </c:pt>
                <c:pt idx="101">
                  <c:v>-11.98154</c:v>
                </c:pt>
                <c:pt idx="102">
                  <c:v>-10.798441</c:v>
                </c:pt>
                <c:pt idx="103">
                  <c:v>-10.386414</c:v>
                </c:pt>
                <c:pt idx="104">
                  <c:v>-11.543087</c:v>
                </c:pt>
                <c:pt idx="105">
                  <c:v>-11.502421</c:v>
                </c:pt>
                <c:pt idx="106">
                  <c:v>-10.681228</c:v>
                </c:pt>
                <c:pt idx="107">
                  <c:v>-11.629983</c:v>
                </c:pt>
                <c:pt idx="108">
                  <c:v>-8.709802</c:v>
                </c:pt>
                <c:pt idx="109">
                  <c:v>-10.238595</c:v>
                </c:pt>
                <c:pt idx="110">
                  <c:v>-11.950495</c:v>
                </c:pt>
                <c:pt idx="111">
                  <c:v>0.466649</c:v>
                </c:pt>
                <c:pt idx="112">
                  <c:v>-4.585315</c:v>
                </c:pt>
                <c:pt idx="113">
                  <c:v>-6.563758</c:v>
                </c:pt>
                <c:pt idx="114">
                  <c:v>-9.208515</c:v>
                </c:pt>
                <c:pt idx="115">
                  <c:v>-9.501801</c:v>
                </c:pt>
                <c:pt idx="116">
                  <c:v>-7.772647</c:v>
                </c:pt>
                <c:pt idx="117">
                  <c:v>-9.295029</c:v>
                </c:pt>
                <c:pt idx="118">
                  <c:v>-9.240483</c:v>
                </c:pt>
                <c:pt idx="119">
                  <c:v>-9.451707</c:v>
                </c:pt>
                <c:pt idx="120">
                  <c:v>-8.38774</c:v>
                </c:pt>
                <c:pt idx="121">
                  <c:v>-9.391273</c:v>
                </c:pt>
                <c:pt idx="122">
                  <c:v>-10.451016</c:v>
                </c:pt>
                <c:pt idx="123">
                  <c:v>-10.053534</c:v>
                </c:pt>
                <c:pt idx="124">
                  <c:v>-9.338537</c:v>
                </c:pt>
                <c:pt idx="125">
                  <c:v>-10.630802</c:v>
                </c:pt>
                <c:pt idx="126">
                  <c:v>-10.372658</c:v>
                </c:pt>
                <c:pt idx="127">
                  <c:v>-10.252908</c:v>
                </c:pt>
                <c:pt idx="128">
                  <c:v>-11.714009</c:v>
                </c:pt>
                <c:pt idx="129">
                  <c:v>-10.414211</c:v>
                </c:pt>
                <c:pt idx="130">
                  <c:v>-11.228748</c:v>
                </c:pt>
                <c:pt idx="131">
                  <c:v>-10.0991</c:v>
                </c:pt>
                <c:pt idx="132">
                  <c:v>-10.56621</c:v>
                </c:pt>
                <c:pt idx="133">
                  <c:v>-11.248741</c:v>
                </c:pt>
                <c:pt idx="134">
                  <c:v>-11.564798</c:v>
                </c:pt>
                <c:pt idx="135">
                  <c:v>-11.467901</c:v>
                </c:pt>
                <c:pt idx="136">
                  <c:v>-11.262894</c:v>
                </c:pt>
                <c:pt idx="137">
                  <c:v>-12.484438</c:v>
                </c:pt>
                <c:pt idx="138">
                  <c:v>-11.165356</c:v>
                </c:pt>
                <c:pt idx="139">
                  <c:v>-10.156049</c:v>
                </c:pt>
                <c:pt idx="140">
                  <c:v>-11.158192</c:v>
                </c:pt>
                <c:pt idx="141">
                  <c:v>-11.605141</c:v>
                </c:pt>
                <c:pt idx="142">
                  <c:v>-11.816629</c:v>
                </c:pt>
                <c:pt idx="143">
                  <c:v>-11.523917</c:v>
                </c:pt>
                <c:pt idx="144">
                  <c:v>-12.616281</c:v>
                </c:pt>
                <c:pt idx="145">
                  <c:v>-12.119897</c:v>
                </c:pt>
                <c:pt idx="146">
                  <c:v>-11.793294</c:v>
                </c:pt>
                <c:pt idx="147">
                  <c:v>-9.803945</c:v>
                </c:pt>
                <c:pt idx="148">
                  <c:v>-10.250654</c:v>
                </c:pt>
                <c:pt idx="149">
                  <c:v>-12.622415</c:v>
                </c:pt>
                <c:pt idx="150">
                  <c:v>-11.833091</c:v>
                </c:pt>
                <c:pt idx="151">
                  <c:v>-10.751266</c:v>
                </c:pt>
                <c:pt idx="152">
                  <c:v>-9.851356</c:v>
                </c:pt>
                <c:pt idx="153">
                  <c:v>-10.82455</c:v>
                </c:pt>
                <c:pt idx="154">
                  <c:v>-11.511366</c:v>
                </c:pt>
                <c:pt idx="155">
                  <c:v>-11.98614</c:v>
                </c:pt>
                <c:pt idx="156">
                  <c:v>-10.014811</c:v>
                </c:pt>
                <c:pt idx="157">
                  <c:v>-11.964856</c:v>
                </c:pt>
                <c:pt idx="158">
                  <c:v>-10.401279</c:v>
                </c:pt>
                <c:pt idx="159">
                  <c:v>-11.130544</c:v>
                </c:pt>
                <c:pt idx="160">
                  <c:v>-11.427002</c:v>
                </c:pt>
                <c:pt idx="161">
                  <c:v>-11.463345</c:v>
                </c:pt>
                <c:pt idx="162">
                  <c:v>-12.832303</c:v>
                </c:pt>
                <c:pt idx="163">
                  <c:v>-12.284112</c:v>
                </c:pt>
                <c:pt idx="164">
                  <c:v>-11.230598</c:v>
                </c:pt>
                <c:pt idx="165">
                  <c:v>-11.963455</c:v>
                </c:pt>
                <c:pt idx="166">
                  <c:v>-11.52819</c:v>
                </c:pt>
                <c:pt idx="167">
                  <c:v>-13.117867</c:v>
                </c:pt>
                <c:pt idx="168">
                  <c:v>-11.177858</c:v>
                </c:pt>
                <c:pt idx="169">
                  <c:v>-12.645671</c:v>
                </c:pt>
                <c:pt idx="170">
                  <c:v>-11.786411</c:v>
                </c:pt>
                <c:pt idx="171">
                  <c:v>-12.699296</c:v>
                </c:pt>
                <c:pt idx="172">
                  <c:v>-11.373448</c:v>
                </c:pt>
                <c:pt idx="173">
                  <c:v>-12.872438</c:v>
                </c:pt>
                <c:pt idx="174">
                  <c:v>-12.649382</c:v>
                </c:pt>
                <c:pt idx="175">
                  <c:v>-10.997958</c:v>
                </c:pt>
                <c:pt idx="176">
                  <c:v>-12.318947</c:v>
                </c:pt>
                <c:pt idx="177">
                  <c:v>6.285252</c:v>
                </c:pt>
                <c:pt idx="178">
                  <c:v>16.543001</c:v>
                </c:pt>
                <c:pt idx="179">
                  <c:v>6.03759</c:v>
                </c:pt>
                <c:pt idx="180">
                  <c:v>2.671785</c:v>
                </c:pt>
                <c:pt idx="181">
                  <c:v>1.033762</c:v>
                </c:pt>
                <c:pt idx="182">
                  <c:v>1.166165</c:v>
                </c:pt>
                <c:pt idx="183">
                  <c:v>-0.624017</c:v>
                </c:pt>
                <c:pt idx="184">
                  <c:v>-1.369662</c:v>
                </c:pt>
                <c:pt idx="185">
                  <c:v>-4.195064</c:v>
                </c:pt>
                <c:pt idx="186">
                  <c:v>-5.306186</c:v>
                </c:pt>
                <c:pt idx="187">
                  <c:v>-6.075499</c:v>
                </c:pt>
                <c:pt idx="188">
                  <c:v>-6.763733</c:v>
                </c:pt>
                <c:pt idx="189">
                  <c:v>-5.873059</c:v>
                </c:pt>
                <c:pt idx="190">
                  <c:v>-6.684684</c:v>
                </c:pt>
                <c:pt idx="191">
                  <c:v>-7.028507</c:v>
                </c:pt>
                <c:pt idx="192">
                  <c:v>-5.846201</c:v>
                </c:pt>
                <c:pt idx="193">
                  <c:v>-7.332219</c:v>
                </c:pt>
                <c:pt idx="194">
                  <c:v>-8.671731</c:v>
                </c:pt>
                <c:pt idx="195">
                  <c:v>-8.303661</c:v>
                </c:pt>
                <c:pt idx="196">
                  <c:v>-8.613227</c:v>
                </c:pt>
                <c:pt idx="197">
                  <c:v>-8.113401</c:v>
                </c:pt>
                <c:pt idx="198">
                  <c:v>-7.437242</c:v>
                </c:pt>
                <c:pt idx="199">
                  <c:v>-9.486962</c:v>
                </c:pt>
                <c:pt idx="200">
                  <c:v>-8.616504</c:v>
                </c:pt>
                <c:pt idx="201">
                  <c:v>-9.416203</c:v>
                </c:pt>
                <c:pt idx="202">
                  <c:v>-8.955262</c:v>
                </c:pt>
                <c:pt idx="203">
                  <c:v>-9.916619</c:v>
                </c:pt>
                <c:pt idx="204">
                  <c:v>-8.754941</c:v>
                </c:pt>
                <c:pt idx="205">
                  <c:v>-8.769478</c:v>
                </c:pt>
                <c:pt idx="206">
                  <c:v>-6.787272</c:v>
                </c:pt>
                <c:pt idx="207">
                  <c:v>-8.572483</c:v>
                </c:pt>
                <c:pt idx="208">
                  <c:v>-8.533074</c:v>
                </c:pt>
                <c:pt idx="209">
                  <c:v>-9.15659</c:v>
                </c:pt>
                <c:pt idx="210">
                  <c:v>-6.835073</c:v>
                </c:pt>
                <c:pt idx="211">
                  <c:v>-10.041351</c:v>
                </c:pt>
                <c:pt idx="212">
                  <c:v>-9.358598</c:v>
                </c:pt>
                <c:pt idx="213">
                  <c:v>-9.317197</c:v>
                </c:pt>
                <c:pt idx="214">
                  <c:v>-8.469983</c:v>
                </c:pt>
                <c:pt idx="215">
                  <c:v>-6.686655</c:v>
                </c:pt>
                <c:pt idx="216">
                  <c:v>-7.973389</c:v>
                </c:pt>
                <c:pt idx="217">
                  <c:v>-8.81015</c:v>
                </c:pt>
                <c:pt idx="218">
                  <c:v>-9.049598</c:v>
                </c:pt>
                <c:pt idx="219">
                  <c:v>-8.366958</c:v>
                </c:pt>
                <c:pt idx="220">
                  <c:v>-8.01582</c:v>
                </c:pt>
                <c:pt idx="221">
                  <c:v>-7.905353</c:v>
                </c:pt>
                <c:pt idx="222">
                  <c:v>-8.536132</c:v>
                </c:pt>
                <c:pt idx="223">
                  <c:v>-8.119058</c:v>
                </c:pt>
                <c:pt idx="224">
                  <c:v>-9.20267</c:v>
                </c:pt>
                <c:pt idx="225">
                  <c:v>-8.101302</c:v>
                </c:pt>
                <c:pt idx="226">
                  <c:v>-7.908475</c:v>
                </c:pt>
                <c:pt idx="227">
                  <c:v>-9.362469</c:v>
                </c:pt>
                <c:pt idx="228">
                  <c:v>-8.841068</c:v>
                </c:pt>
                <c:pt idx="229">
                  <c:v>-9.377121</c:v>
                </c:pt>
                <c:pt idx="230">
                  <c:v>-8.567127</c:v>
                </c:pt>
                <c:pt idx="231">
                  <c:v>-6.258104</c:v>
                </c:pt>
                <c:pt idx="232">
                  <c:v>-8.395139</c:v>
                </c:pt>
                <c:pt idx="233">
                  <c:v>-9.322982</c:v>
                </c:pt>
                <c:pt idx="234">
                  <c:v>-9.272684</c:v>
                </c:pt>
                <c:pt idx="235">
                  <c:v>-8.864456</c:v>
                </c:pt>
                <c:pt idx="236">
                  <c:v>-8.330707</c:v>
                </c:pt>
                <c:pt idx="237">
                  <c:v>-9.530344</c:v>
                </c:pt>
                <c:pt idx="238">
                  <c:v>-9.069963</c:v>
                </c:pt>
                <c:pt idx="239">
                  <c:v>-8.246226</c:v>
                </c:pt>
                <c:pt idx="240">
                  <c:v>-9.374331</c:v>
                </c:pt>
                <c:pt idx="241">
                  <c:v>-6.593697</c:v>
                </c:pt>
                <c:pt idx="242">
                  <c:v>-9.369423</c:v>
                </c:pt>
                <c:pt idx="243">
                  <c:v>-7.617476</c:v>
                </c:pt>
                <c:pt idx="244">
                  <c:v>-8.24315</c:v>
                </c:pt>
                <c:pt idx="245">
                  <c:v>-9.098588</c:v>
                </c:pt>
                <c:pt idx="246">
                  <c:v>-8.477167</c:v>
                </c:pt>
                <c:pt idx="247">
                  <c:v>-8.563432</c:v>
                </c:pt>
                <c:pt idx="248">
                  <c:v>-7.469378</c:v>
                </c:pt>
                <c:pt idx="249">
                  <c:v>-5.260471</c:v>
                </c:pt>
                <c:pt idx="250">
                  <c:v>-9.898947</c:v>
                </c:pt>
                <c:pt idx="251">
                  <c:v>-8.887489</c:v>
                </c:pt>
                <c:pt idx="252">
                  <c:v>-7.573397</c:v>
                </c:pt>
                <c:pt idx="253">
                  <c:v>3.894116</c:v>
                </c:pt>
                <c:pt idx="254">
                  <c:v>-3.002862</c:v>
                </c:pt>
                <c:pt idx="255">
                  <c:v>-0.675963</c:v>
                </c:pt>
                <c:pt idx="256">
                  <c:v>-2.59585</c:v>
                </c:pt>
                <c:pt idx="257">
                  <c:v>-6.049364</c:v>
                </c:pt>
                <c:pt idx="258">
                  <c:v>-4.936891</c:v>
                </c:pt>
                <c:pt idx="259">
                  <c:v>-6.311397</c:v>
                </c:pt>
                <c:pt idx="260">
                  <c:v>-5.221083</c:v>
                </c:pt>
                <c:pt idx="261">
                  <c:v>-4.910992</c:v>
                </c:pt>
                <c:pt idx="262">
                  <c:v>-6.132252</c:v>
                </c:pt>
                <c:pt idx="263">
                  <c:v>-5.977254</c:v>
                </c:pt>
                <c:pt idx="264">
                  <c:v>-6.157471</c:v>
                </c:pt>
                <c:pt idx="265">
                  <c:v>-5.974008</c:v>
                </c:pt>
                <c:pt idx="266">
                  <c:v>-6.667175</c:v>
                </c:pt>
                <c:pt idx="267">
                  <c:v>-7.007921</c:v>
                </c:pt>
                <c:pt idx="268">
                  <c:v>-6.050893</c:v>
                </c:pt>
                <c:pt idx="269">
                  <c:v>-7.463901</c:v>
                </c:pt>
                <c:pt idx="270">
                  <c:v>-6.826733</c:v>
                </c:pt>
                <c:pt idx="271">
                  <c:v>-7.72067</c:v>
                </c:pt>
                <c:pt idx="272">
                  <c:v>-7.584526</c:v>
                </c:pt>
                <c:pt idx="273">
                  <c:v>-8.866696</c:v>
                </c:pt>
                <c:pt idx="274">
                  <c:v>-9.420919</c:v>
                </c:pt>
                <c:pt idx="275">
                  <c:v>-7.456818</c:v>
                </c:pt>
                <c:pt idx="276">
                  <c:v>-7.933028</c:v>
                </c:pt>
                <c:pt idx="277">
                  <c:v>-7.478879</c:v>
                </c:pt>
                <c:pt idx="278">
                  <c:v>-8.744817</c:v>
                </c:pt>
                <c:pt idx="279">
                  <c:v>-7.858296</c:v>
                </c:pt>
                <c:pt idx="280">
                  <c:v>-7.717931</c:v>
                </c:pt>
                <c:pt idx="281">
                  <c:v>-8.08136</c:v>
                </c:pt>
                <c:pt idx="282">
                  <c:v>-7.08482</c:v>
                </c:pt>
                <c:pt idx="283">
                  <c:v>-8.91525</c:v>
                </c:pt>
                <c:pt idx="284">
                  <c:v>-9.754498</c:v>
                </c:pt>
                <c:pt idx="285">
                  <c:v>-6.572352</c:v>
                </c:pt>
                <c:pt idx="286">
                  <c:v>-7.556667</c:v>
                </c:pt>
                <c:pt idx="287">
                  <c:v>-7.279668</c:v>
                </c:pt>
                <c:pt idx="288">
                  <c:v>-8.129124</c:v>
                </c:pt>
                <c:pt idx="289">
                  <c:v>-7.029303</c:v>
                </c:pt>
                <c:pt idx="290">
                  <c:v>-8.232823</c:v>
                </c:pt>
                <c:pt idx="291">
                  <c:v>-8.258329</c:v>
                </c:pt>
                <c:pt idx="292">
                  <c:v>-6.38026</c:v>
                </c:pt>
                <c:pt idx="293">
                  <c:v>-7.66942</c:v>
                </c:pt>
                <c:pt idx="294">
                  <c:v>-7.669132</c:v>
                </c:pt>
                <c:pt idx="295">
                  <c:v>-6.76305</c:v>
                </c:pt>
                <c:pt idx="296">
                  <c:v>-9.752833</c:v>
                </c:pt>
                <c:pt idx="297">
                  <c:v>-8.103599</c:v>
                </c:pt>
                <c:pt idx="298">
                  <c:v>-8.588341</c:v>
                </c:pt>
                <c:pt idx="299">
                  <c:v>-7.113851</c:v>
                </c:pt>
                <c:pt idx="300">
                  <c:v>-8.269805</c:v>
                </c:pt>
                <c:pt idx="301">
                  <c:v>-9.378859</c:v>
                </c:pt>
                <c:pt idx="302">
                  <c:v>-7.474621</c:v>
                </c:pt>
                <c:pt idx="303">
                  <c:v>-7.256883</c:v>
                </c:pt>
                <c:pt idx="304">
                  <c:v>-7.89925</c:v>
                </c:pt>
                <c:pt idx="305">
                  <c:v>-7.770424</c:v>
                </c:pt>
                <c:pt idx="306">
                  <c:v>-8.419536</c:v>
                </c:pt>
                <c:pt idx="307">
                  <c:v>-8.463654</c:v>
                </c:pt>
                <c:pt idx="308">
                  <c:v>-9.38674</c:v>
                </c:pt>
                <c:pt idx="309">
                  <c:v>-9.125788</c:v>
                </c:pt>
                <c:pt idx="310">
                  <c:v>-8.023036</c:v>
                </c:pt>
                <c:pt idx="311">
                  <c:v>-10.072507</c:v>
                </c:pt>
                <c:pt idx="312">
                  <c:v>-8.641658</c:v>
                </c:pt>
                <c:pt idx="313">
                  <c:v>-8.219947</c:v>
                </c:pt>
                <c:pt idx="314">
                  <c:v>-7.941049</c:v>
                </c:pt>
                <c:pt idx="315">
                  <c:v>-8.359235</c:v>
                </c:pt>
                <c:pt idx="316">
                  <c:v>-8.399263</c:v>
                </c:pt>
                <c:pt idx="317">
                  <c:v>-9.583632</c:v>
                </c:pt>
                <c:pt idx="318">
                  <c:v>-9.144149</c:v>
                </c:pt>
                <c:pt idx="319">
                  <c:v>-8.165173</c:v>
                </c:pt>
                <c:pt idx="320">
                  <c:v>-8.8344</c:v>
                </c:pt>
                <c:pt idx="321">
                  <c:v>-10.435939</c:v>
                </c:pt>
                <c:pt idx="322">
                  <c:v>-9.123847</c:v>
                </c:pt>
                <c:pt idx="323">
                  <c:v>-8.256794</c:v>
                </c:pt>
                <c:pt idx="324">
                  <c:v>-10.048989</c:v>
                </c:pt>
                <c:pt idx="325">
                  <c:v>-8.409233</c:v>
                </c:pt>
                <c:pt idx="326">
                  <c:v>-8.812199</c:v>
                </c:pt>
                <c:pt idx="327">
                  <c:v>-9.801891</c:v>
                </c:pt>
                <c:pt idx="328">
                  <c:v>-10.191065</c:v>
                </c:pt>
                <c:pt idx="329">
                  <c:v>-9.213989</c:v>
                </c:pt>
                <c:pt idx="330">
                  <c:v>-9.471137</c:v>
                </c:pt>
                <c:pt idx="331">
                  <c:v>-8.802099</c:v>
                </c:pt>
                <c:pt idx="332">
                  <c:v>-9.141451</c:v>
                </c:pt>
                <c:pt idx="333">
                  <c:v>-9.036245</c:v>
                </c:pt>
                <c:pt idx="334">
                  <c:v>-8.637217</c:v>
                </c:pt>
                <c:pt idx="335">
                  <c:v>-9.431637</c:v>
                </c:pt>
                <c:pt idx="336">
                  <c:v>-10.096906</c:v>
                </c:pt>
                <c:pt idx="337">
                  <c:v>-10.141091</c:v>
                </c:pt>
                <c:pt idx="338">
                  <c:v>-9.128108</c:v>
                </c:pt>
                <c:pt idx="339">
                  <c:v>-9.074792</c:v>
                </c:pt>
                <c:pt idx="340">
                  <c:v>-9.97583</c:v>
                </c:pt>
                <c:pt idx="341">
                  <c:v>-11.108021</c:v>
                </c:pt>
                <c:pt idx="342">
                  <c:v>-10.359495</c:v>
                </c:pt>
                <c:pt idx="343">
                  <c:v>-8.912125</c:v>
                </c:pt>
                <c:pt idx="344">
                  <c:v>-8.355069</c:v>
                </c:pt>
                <c:pt idx="345">
                  <c:v>-9.787178</c:v>
                </c:pt>
                <c:pt idx="346">
                  <c:v>-8.830701</c:v>
                </c:pt>
                <c:pt idx="347">
                  <c:v>-9.194156</c:v>
                </c:pt>
                <c:pt idx="348">
                  <c:v>-10.144458</c:v>
                </c:pt>
                <c:pt idx="349">
                  <c:v>-9.228614</c:v>
                </c:pt>
              </c:numCache>
            </c:numRef>
          </c:xVal>
          <c:yVal>
            <c:numRef>
              <c:f>'Chart Data'!$B$2:$B$351</c:f>
              <c:numCache>
                <c:formatCode>General</c:formatCode>
                <c:ptCount val="350"/>
                <c:pt idx="0">
                  <c:v>2.039997</c:v>
                </c:pt>
                <c:pt idx="1">
                  <c:v>-0.174873</c:v>
                </c:pt>
                <c:pt idx="2">
                  <c:v>1.409596</c:v>
                </c:pt>
                <c:pt idx="3">
                  <c:v>-0.810135</c:v>
                </c:pt>
                <c:pt idx="4">
                  <c:v>2.32312</c:v>
                </c:pt>
                <c:pt idx="5">
                  <c:v>2.294841</c:v>
                </c:pt>
                <c:pt idx="6">
                  <c:v>1.332733</c:v>
                </c:pt>
                <c:pt idx="7">
                  <c:v>2.720959</c:v>
                </c:pt>
                <c:pt idx="8">
                  <c:v>-0.8107</c:v>
                </c:pt>
                <c:pt idx="9">
                  <c:v>3.234777</c:v>
                </c:pt>
                <c:pt idx="10">
                  <c:v>-0.358025</c:v>
                </c:pt>
                <c:pt idx="11">
                  <c:v>0.424939</c:v>
                </c:pt>
                <c:pt idx="12">
                  <c:v>2.137486</c:v>
                </c:pt>
                <c:pt idx="13">
                  <c:v>0.525221</c:v>
                </c:pt>
                <c:pt idx="14">
                  <c:v>0.909312</c:v>
                </c:pt>
                <c:pt idx="15">
                  <c:v>0.540439</c:v>
                </c:pt>
                <c:pt idx="16">
                  <c:v>1.039261</c:v>
                </c:pt>
                <c:pt idx="17">
                  <c:v>-0.777558</c:v>
                </c:pt>
                <c:pt idx="18">
                  <c:v>-0.437399</c:v>
                </c:pt>
                <c:pt idx="19">
                  <c:v>-0.721032</c:v>
                </c:pt>
                <c:pt idx="20">
                  <c:v>-0.907514</c:v>
                </c:pt>
                <c:pt idx="21">
                  <c:v>1.050659</c:v>
                </c:pt>
                <c:pt idx="22">
                  <c:v>-0.045694</c:v>
                </c:pt>
                <c:pt idx="23">
                  <c:v>-2.277624</c:v>
                </c:pt>
                <c:pt idx="24">
                  <c:v>-1.459011</c:v>
                </c:pt>
                <c:pt idx="25">
                  <c:v>1.04754</c:v>
                </c:pt>
                <c:pt idx="26">
                  <c:v>-0.879336</c:v>
                </c:pt>
                <c:pt idx="27">
                  <c:v>-3.686034</c:v>
                </c:pt>
                <c:pt idx="28">
                  <c:v>-3.882399</c:v>
                </c:pt>
                <c:pt idx="29">
                  <c:v>-0.451904</c:v>
                </c:pt>
                <c:pt idx="30">
                  <c:v>-1.8664</c:v>
                </c:pt>
                <c:pt idx="31">
                  <c:v>-3.78985</c:v>
                </c:pt>
                <c:pt idx="32">
                  <c:v>-0.492256</c:v>
                </c:pt>
                <c:pt idx="33">
                  <c:v>-1.892506</c:v>
                </c:pt>
                <c:pt idx="34">
                  <c:v>-4.310262</c:v>
                </c:pt>
                <c:pt idx="35">
                  <c:v>-5.20413</c:v>
                </c:pt>
                <c:pt idx="36">
                  <c:v>-3.949169</c:v>
                </c:pt>
                <c:pt idx="37">
                  <c:v>-1.861731</c:v>
                </c:pt>
                <c:pt idx="38">
                  <c:v>-5.46734</c:v>
                </c:pt>
                <c:pt idx="39">
                  <c:v>-2.240845</c:v>
                </c:pt>
                <c:pt idx="40">
                  <c:v>-3.823477</c:v>
                </c:pt>
                <c:pt idx="41">
                  <c:v>-1.088026</c:v>
                </c:pt>
                <c:pt idx="42">
                  <c:v>-2.07791</c:v>
                </c:pt>
                <c:pt idx="43">
                  <c:v>0.72759</c:v>
                </c:pt>
                <c:pt idx="44">
                  <c:v>-2.085317</c:v>
                </c:pt>
                <c:pt idx="45">
                  <c:v>-0.162202</c:v>
                </c:pt>
                <c:pt idx="46">
                  <c:v>1.08665</c:v>
                </c:pt>
                <c:pt idx="47">
                  <c:v>-1.524578</c:v>
                </c:pt>
                <c:pt idx="48">
                  <c:v>-0.653221</c:v>
                </c:pt>
                <c:pt idx="49">
                  <c:v>0.332535</c:v>
                </c:pt>
                <c:pt idx="50">
                  <c:v>-1.10906</c:v>
                </c:pt>
                <c:pt idx="51">
                  <c:v>-0.642881</c:v>
                </c:pt>
                <c:pt idx="52">
                  <c:v>-1.931612</c:v>
                </c:pt>
                <c:pt idx="53">
                  <c:v>0.446925</c:v>
                </c:pt>
                <c:pt idx="54">
                  <c:v>-1.332481</c:v>
                </c:pt>
                <c:pt idx="55">
                  <c:v>0.271357</c:v>
                </c:pt>
                <c:pt idx="56">
                  <c:v>-0.556319</c:v>
                </c:pt>
                <c:pt idx="57">
                  <c:v>-0.260399</c:v>
                </c:pt>
                <c:pt idx="58">
                  <c:v>-0.662375</c:v>
                </c:pt>
                <c:pt idx="59">
                  <c:v>-0.899401</c:v>
                </c:pt>
                <c:pt idx="60">
                  <c:v>0.699068</c:v>
                </c:pt>
                <c:pt idx="61">
                  <c:v>-3.31772</c:v>
                </c:pt>
                <c:pt idx="62">
                  <c:v>-1.768209</c:v>
                </c:pt>
                <c:pt idx="63">
                  <c:v>1.609762</c:v>
                </c:pt>
                <c:pt idx="64">
                  <c:v>-0.939444</c:v>
                </c:pt>
                <c:pt idx="65">
                  <c:v>1.136846</c:v>
                </c:pt>
                <c:pt idx="66">
                  <c:v>-0.430644</c:v>
                </c:pt>
                <c:pt idx="67">
                  <c:v>2.240756</c:v>
                </c:pt>
                <c:pt idx="68">
                  <c:v>1.270162</c:v>
                </c:pt>
                <c:pt idx="69">
                  <c:v>-2.783091</c:v>
                </c:pt>
                <c:pt idx="70">
                  <c:v>4.058562</c:v>
                </c:pt>
                <c:pt idx="71">
                  <c:v>1.320715</c:v>
                </c:pt>
                <c:pt idx="72">
                  <c:v>0.63545</c:v>
                </c:pt>
                <c:pt idx="73">
                  <c:v>3.63104</c:v>
                </c:pt>
                <c:pt idx="74">
                  <c:v>1.589484</c:v>
                </c:pt>
                <c:pt idx="75">
                  <c:v>3.339548</c:v>
                </c:pt>
                <c:pt idx="76">
                  <c:v>3.350964</c:v>
                </c:pt>
                <c:pt idx="77">
                  <c:v>2.716761</c:v>
                </c:pt>
                <c:pt idx="78">
                  <c:v>1.417463</c:v>
                </c:pt>
                <c:pt idx="79">
                  <c:v>-0.493475</c:v>
                </c:pt>
                <c:pt idx="80">
                  <c:v>-1.602075</c:v>
                </c:pt>
                <c:pt idx="81">
                  <c:v>-3.211934</c:v>
                </c:pt>
                <c:pt idx="82">
                  <c:v>-4.282942</c:v>
                </c:pt>
                <c:pt idx="83">
                  <c:v>-5.000103</c:v>
                </c:pt>
                <c:pt idx="84">
                  <c:v>-4.478033</c:v>
                </c:pt>
                <c:pt idx="85">
                  <c:v>-4.186684</c:v>
                </c:pt>
                <c:pt idx="86">
                  <c:v>-1.15423</c:v>
                </c:pt>
                <c:pt idx="87">
                  <c:v>-4.909611</c:v>
                </c:pt>
                <c:pt idx="88">
                  <c:v>-1.258819</c:v>
                </c:pt>
                <c:pt idx="89">
                  <c:v>-3.103048</c:v>
                </c:pt>
                <c:pt idx="90">
                  <c:v>-2.287877</c:v>
                </c:pt>
                <c:pt idx="91">
                  <c:v>-1.345624</c:v>
                </c:pt>
                <c:pt idx="92">
                  <c:v>3.295236</c:v>
                </c:pt>
                <c:pt idx="93">
                  <c:v>1.837183</c:v>
                </c:pt>
                <c:pt idx="94">
                  <c:v>1.162465</c:v>
                </c:pt>
                <c:pt idx="95">
                  <c:v>-0.429576</c:v>
                </c:pt>
                <c:pt idx="96">
                  <c:v>-1.388281</c:v>
                </c:pt>
                <c:pt idx="97">
                  <c:v>-0.279035</c:v>
                </c:pt>
                <c:pt idx="98">
                  <c:v>-0.54131</c:v>
                </c:pt>
                <c:pt idx="99">
                  <c:v>-1.202147</c:v>
                </c:pt>
                <c:pt idx="100">
                  <c:v>2.04401</c:v>
                </c:pt>
                <c:pt idx="101">
                  <c:v>-0.162147</c:v>
                </c:pt>
                <c:pt idx="102">
                  <c:v>0.695561</c:v>
                </c:pt>
                <c:pt idx="103">
                  <c:v>0.561393</c:v>
                </c:pt>
                <c:pt idx="104">
                  <c:v>1.448588</c:v>
                </c:pt>
                <c:pt idx="105">
                  <c:v>-1.597717</c:v>
                </c:pt>
                <c:pt idx="106">
                  <c:v>1.432307</c:v>
                </c:pt>
                <c:pt idx="107">
                  <c:v>-1.024967</c:v>
                </c:pt>
                <c:pt idx="108">
                  <c:v>2.622797</c:v>
                </c:pt>
                <c:pt idx="109">
                  <c:v>-1.317197</c:v>
                </c:pt>
                <c:pt idx="110">
                  <c:v>-1.40856</c:v>
                </c:pt>
                <c:pt idx="111">
                  <c:v>0.829714</c:v>
                </c:pt>
                <c:pt idx="112">
                  <c:v>-1.097708</c:v>
                </c:pt>
                <c:pt idx="113">
                  <c:v>-1.729305</c:v>
                </c:pt>
                <c:pt idx="114">
                  <c:v>-3.181164</c:v>
                </c:pt>
                <c:pt idx="115">
                  <c:v>-3.036341</c:v>
                </c:pt>
                <c:pt idx="116">
                  <c:v>-0.006216</c:v>
                </c:pt>
                <c:pt idx="117">
                  <c:v>-0.087049</c:v>
                </c:pt>
                <c:pt idx="118">
                  <c:v>-0.850881</c:v>
                </c:pt>
                <c:pt idx="119">
                  <c:v>-0.790193</c:v>
                </c:pt>
                <c:pt idx="120">
                  <c:v>1.147046</c:v>
                </c:pt>
                <c:pt idx="121">
                  <c:v>-0.629743</c:v>
                </c:pt>
                <c:pt idx="122">
                  <c:v>-1.457657</c:v>
                </c:pt>
                <c:pt idx="123">
                  <c:v>-2.004046</c:v>
                </c:pt>
                <c:pt idx="124">
                  <c:v>1.288616</c:v>
                </c:pt>
                <c:pt idx="125">
                  <c:v>-0.374875</c:v>
                </c:pt>
                <c:pt idx="126">
                  <c:v>1.146835</c:v>
                </c:pt>
                <c:pt idx="127">
                  <c:v>1.790488</c:v>
                </c:pt>
                <c:pt idx="128">
                  <c:v>1.693105</c:v>
                </c:pt>
                <c:pt idx="129">
                  <c:v>-0.082715</c:v>
                </c:pt>
                <c:pt idx="130">
                  <c:v>1.3304</c:v>
                </c:pt>
                <c:pt idx="131">
                  <c:v>0.611373</c:v>
                </c:pt>
                <c:pt idx="132">
                  <c:v>-0.203196</c:v>
                </c:pt>
                <c:pt idx="133">
                  <c:v>-1.470416</c:v>
                </c:pt>
                <c:pt idx="134">
                  <c:v>1.595135</c:v>
                </c:pt>
                <c:pt idx="135">
                  <c:v>0.486215</c:v>
                </c:pt>
                <c:pt idx="136">
                  <c:v>1.240125</c:v>
                </c:pt>
                <c:pt idx="137">
                  <c:v>0.322307</c:v>
                </c:pt>
                <c:pt idx="138">
                  <c:v>0.845551</c:v>
                </c:pt>
                <c:pt idx="139">
                  <c:v>1.59585</c:v>
                </c:pt>
                <c:pt idx="140">
                  <c:v>-0.123856</c:v>
                </c:pt>
                <c:pt idx="141">
                  <c:v>2.72474</c:v>
                </c:pt>
                <c:pt idx="142">
                  <c:v>-0.267471</c:v>
                </c:pt>
                <c:pt idx="143">
                  <c:v>0.65714</c:v>
                </c:pt>
                <c:pt idx="144">
                  <c:v>-1.516358</c:v>
                </c:pt>
                <c:pt idx="145">
                  <c:v>-2.098037</c:v>
                </c:pt>
                <c:pt idx="146">
                  <c:v>0.330936</c:v>
                </c:pt>
                <c:pt idx="147">
                  <c:v>1.613512</c:v>
                </c:pt>
                <c:pt idx="148">
                  <c:v>-0.716425</c:v>
                </c:pt>
                <c:pt idx="149">
                  <c:v>-1.934946</c:v>
                </c:pt>
                <c:pt idx="150">
                  <c:v>-2.394517</c:v>
                </c:pt>
                <c:pt idx="151">
                  <c:v>-0.314787</c:v>
                </c:pt>
                <c:pt idx="152">
                  <c:v>1.124077</c:v>
                </c:pt>
                <c:pt idx="153">
                  <c:v>0.22413</c:v>
                </c:pt>
                <c:pt idx="154">
                  <c:v>1.375296</c:v>
                </c:pt>
                <c:pt idx="155">
                  <c:v>-0.270043</c:v>
                </c:pt>
                <c:pt idx="156">
                  <c:v>2.21306</c:v>
                </c:pt>
                <c:pt idx="157">
                  <c:v>-3.986979</c:v>
                </c:pt>
                <c:pt idx="158">
                  <c:v>1.895311</c:v>
                </c:pt>
                <c:pt idx="159">
                  <c:v>1.694199</c:v>
                </c:pt>
                <c:pt idx="160">
                  <c:v>-0.386315</c:v>
                </c:pt>
                <c:pt idx="161">
                  <c:v>0.788556</c:v>
                </c:pt>
                <c:pt idx="162">
                  <c:v>-1.495357</c:v>
                </c:pt>
                <c:pt idx="163">
                  <c:v>-0.784861</c:v>
                </c:pt>
                <c:pt idx="164">
                  <c:v>1.515884</c:v>
                </c:pt>
                <c:pt idx="165">
                  <c:v>-0.789027</c:v>
                </c:pt>
                <c:pt idx="166">
                  <c:v>2.575888</c:v>
                </c:pt>
                <c:pt idx="167">
                  <c:v>-3.535461</c:v>
                </c:pt>
                <c:pt idx="168">
                  <c:v>-0.438215</c:v>
                </c:pt>
                <c:pt idx="169">
                  <c:v>-1.913704</c:v>
                </c:pt>
                <c:pt idx="170">
                  <c:v>-2.475243</c:v>
                </c:pt>
                <c:pt idx="171">
                  <c:v>-1.009912</c:v>
                </c:pt>
                <c:pt idx="172">
                  <c:v>1.630959</c:v>
                </c:pt>
                <c:pt idx="173">
                  <c:v>-2.326155</c:v>
                </c:pt>
                <c:pt idx="174">
                  <c:v>-0.588292</c:v>
                </c:pt>
                <c:pt idx="175">
                  <c:v>-1.406533</c:v>
                </c:pt>
                <c:pt idx="176">
                  <c:v>-1.54291</c:v>
                </c:pt>
                <c:pt idx="177">
                  <c:v>-2.81905</c:v>
                </c:pt>
                <c:pt idx="178">
                  <c:v>-11.866956</c:v>
                </c:pt>
                <c:pt idx="179">
                  <c:v>-9.581563</c:v>
                </c:pt>
                <c:pt idx="180">
                  <c:v>-10.195058</c:v>
                </c:pt>
                <c:pt idx="181">
                  <c:v>-11.419397</c:v>
                </c:pt>
                <c:pt idx="182">
                  <c:v>-6.389907</c:v>
                </c:pt>
                <c:pt idx="183">
                  <c:v>-8.533565</c:v>
                </c:pt>
                <c:pt idx="184">
                  <c:v>-6.789389</c:v>
                </c:pt>
                <c:pt idx="185">
                  <c:v>-4.756867</c:v>
                </c:pt>
                <c:pt idx="186">
                  <c:v>-8.430563</c:v>
                </c:pt>
                <c:pt idx="187">
                  <c:v>-5.736687</c:v>
                </c:pt>
                <c:pt idx="188">
                  <c:v>-5.20177</c:v>
                </c:pt>
                <c:pt idx="189">
                  <c:v>-3.555131</c:v>
                </c:pt>
                <c:pt idx="190">
                  <c:v>-1.984716</c:v>
                </c:pt>
                <c:pt idx="191">
                  <c:v>-6.157539</c:v>
                </c:pt>
                <c:pt idx="192">
                  <c:v>-0.929313</c:v>
                </c:pt>
                <c:pt idx="193">
                  <c:v>-3.134438</c:v>
                </c:pt>
                <c:pt idx="194">
                  <c:v>-3.325867</c:v>
                </c:pt>
                <c:pt idx="195">
                  <c:v>-2.566056</c:v>
                </c:pt>
                <c:pt idx="196">
                  <c:v>-2.640699</c:v>
                </c:pt>
                <c:pt idx="197">
                  <c:v>-2.08943</c:v>
                </c:pt>
                <c:pt idx="198">
                  <c:v>-1.009827</c:v>
                </c:pt>
                <c:pt idx="199">
                  <c:v>-1.518379</c:v>
                </c:pt>
                <c:pt idx="200">
                  <c:v>1.043654</c:v>
                </c:pt>
                <c:pt idx="201">
                  <c:v>-2.719439</c:v>
                </c:pt>
                <c:pt idx="202">
                  <c:v>1.033417</c:v>
                </c:pt>
                <c:pt idx="203">
                  <c:v>-0.389231</c:v>
                </c:pt>
                <c:pt idx="204">
                  <c:v>-0.070776</c:v>
                </c:pt>
                <c:pt idx="205">
                  <c:v>1.175594</c:v>
                </c:pt>
                <c:pt idx="206">
                  <c:v>2.0728</c:v>
                </c:pt>
                <c:pt idx="207">
                  <c:v>-1.799646</c:v>
                </c:pt>
                <c:pt idx="208">
                  <c:v>-0.855968</c:v>
                </c:pt>
                <c:pt idx="209">
                  <c:v>-0.617351</c:v>
                </c:pt>
                <c:pt idx="210">
                  <c:v>2.964957</c:v>
                </c:pt>
                <c:pt idx="211">
                  <c:v>-0.675939</c:v>
                </c:pt>
                <c:pt idx="212">
                  <c:v>1.413043</c:v>
                </c:pt>
                <c:pt idx="213">
                  <c:v>-1.84948</c:v>
                </c:pt>
                <c:pt idx="214">
                  <c:v>0.641043</c:v>
                </c:pt>
                <c:pt idx="215">
                  <c:v>3.399226</c:v>
                </c:pt>
                <c:pt idx="216">
                  <c:v>1.639504</c:v>
                </c:pt>
                <c:pt idx="217">
                  <c:v>-0.139722</c:v>
                </c:pt>
                <c:pt idx="218">
                  <c:v>0.025631</c:v>
                </c:pt>
                <c:pt idx="219">
                  <c:v>1.582796</c:v>
                </c:pt>
                <c:pt idx="220">
                  <c:v>-0.205682</c:v>
                </c:pt>
                <c:pt idx="221">
                  <c:v>2.20032</c:v>
                </c:pt>
                <c:pt idx="222">
                  <c:v>2.000933</c:v>
                </c:pt>
                <c:pt idx="223">
                  <c:v>0.051268</c:v>
                </c:pt>
                <c:pt idx="224">
                  <c:v>-2.640945</c:v>
                </c:pt>
                <c:pt idx="225">
                  <c:v>2.034183</c:v>
                </c:pt>
                <c:pt idx="226">
                  <c:v>2.490841</c:v>
                </c:pt>
                <c:pt idx="227">
                  <c:v>-1.75875</c:v>
                </c:pt>
                <c:pt idx="228">
                  <c:v>1.525652</c:v>
                </c:pt>
                <c:pt idx="229">
                  <c:v>0.640159</c:v>
                </c:pt>
                <c:pt idx="230">
                  <c:v>0.379786</c:v>
                </c:pt>
                <c:pt idx="231">
                  <c:v>3.126588</c:v>
                </c:pt>
                <c:pt idx="232">
                  <c:v>1.051612</c:v>
                </c:pt>
                <c:pt idx="233">
                  <c:v>-3.279935</c:v>
                </c:pt>
                <c:pt idx="234">
                  <c:v>0.371565</c:v>
                </c:pt>
                <c:pt idx="235">
                  <c:v>-0.571739</c:v>
                </c:pt>
                <c:pt idx="236">
                  <c:v>-0.716622</c:v>
                </c:pt>
                <c:pt idx="237">
                  <c:v>-3.499469</c:v>
                </c:pt>
                <c:pt idx="238">
                  <c:v>-0.873983</c:v>
                </c:pt>
                <c:pt idx="239">
                  <c:v>0.749615</c:v>
                </c:pt>
                <c:pt idx="240">
                  <c:v>-2.354556</c:v>
                </c:pt>
                <c:pt idx="241">
                  <c:v>0.244999</c:v>
                </c:pt>
                <c:pt idx="242">
                  <c:v>-1.537043</c:v>
                </c:pt>
                <c:pt idx="243">
                  <c:v>-0.165222</c:v>
                </c:pt>
                <c:pt idx="244">
                  <c:v>-0.5577</c:v>
                </c:pt>
                <c:pt idx="245">
                  <c:v>-1.907379</c:v>
                </c:pt>
                <c:pt idx="246">
                  <c:v>-0.497855</c:v>
                </c:pt>
                <c:pt idx="247">
                  <c:v>-0.963309</c:v>
                </c:pt>
                <c:pt idx="248">
                  <c:v>-0.69779</c:v>
                </c:pt>
                <c:pt idx="249">
                  <c:v>0.213922</c:v>
                </c:pt>
                <c:pt idx="250">
                  <c:v>-1.604738</c:v>
                </c:pt>
                <c:pt idx="251">
                  <c:v>-0.229564</c:v>
                </c:pt>
                <c:pt idx="252">
                  <c:v>-0.900505</c:v>
                </c:pt>
                <c:pt idx="253">
                  <c:v>0.21971</c:v>
                </c:pt>
                <c:pt idx="254">
                  <c:v>-1.676257</c:v>
                </c:pt>
                <c:pt idx="255">
                  <c:v>-5.089955</c:v>
                </c:pt>
                <c:pt idx="256">
                  <c:v>-2.043059</c:v>
                </c:pt>
                <c:pt idx="257">
                  <c:v>-2.238251</c:v>
                </c:pt>
                <c:pt idx="258">
                  <c:v>-2.335793</c:v>
                </c:pt>
                <c:pt idx="259">
                  <c:v>-2.825337</c:v>
                </c:pt>
                <c:pt idx="260">
                  <c:v>-1.200953</c:v>
                </c:pt>
                <c:pt idx="261">
                  <c:v>2.896518</c:v>
                </c:pt>
                <c:pt idx="262">
                  <c:v>1.412063</c:v>
                </c:pt>
                <c:pt idx="263">
                  <c:v>-0.659951</c:v>
                </c:pt>
                <c:pt idx="264">
                  <c:v>0.84662</c:v>
                </c:pt>
                <c:pt idx="265">
                  <c:v>1.747834</c:v>
                </c:pt>
                <c:pt idx="266">
                  <c:v>-0.023248</c:v>
                </c:pt>
                <c:pt idx="267">
                  <c:v>-1.762377</c:v>
                </c:pt>
                <c:pt idx="268">
                  <c:v>2.272357</c:v>
                </c:pt>
                <c:pt idx="269">
                  <c:v>-1.068681</c:v>
                </c:pt>
                <c:pt idx="270">
                  <c:v>-0.691963</c:v>
                </c:pt>
                <c:pt idx="271">
                  <c:v>-1.179483</c:v>
                </c:pt>
                <c:pt idx="272">
                  <c:v>-1.159368</c:v>
                </c:pt>
                <c:pt idx="273">
                  <c:v>-1.269383</c:v>
                </c:pt>
                <c:pt idx="274">
                  <c:v>-2.406536</c:v>
                </c:pt>
                <c:pt idx="275">
                  <c:v>2.303536</c:v>
                </c:pt>
                <c:pt idx="276">
                  <c:v>-1.055344</c:v>
                </c:pt>
                <c:pt idx="277">
                  <c:v>0.183107</c:v>
                </c:pt>
                <c:pt idx="278">
                  <c:v>-1.178675</c:v>
                </c:pt>
                <c:pt idx="279">
                  <c:v>0.937986</c:v>
                </c:pt>
                <c:pt idx="280">
                  <c:v>-2.00921</c:v>
                </c:pt>
                <c:pt idx="281">
                  <c:v>0.117563</c:v>
                </c:pt>
                <c:pt idx="282">
                  <c:v>3.699114</c:v>
                </c:pt>
                <c:pt idx="283">
                  <c:v>-0.718935</c:v>
                </c:pt>
                <c:pt idx="284">
                  <c:v>-1.642932</c:v>
                </c:pt>
                <c:pt idx="285">
                  <c:v>3.115271</c:v>
                </c:pt>
                <c:pt idx="286">
                  <c:v>1.145497</c:v>
                </c:pt>
                <c:pt idx="287">
                  <c:v>0.338285</c:v>
                </c:pt>
                <c:pt idx="288">
                  <c:v>1.278441</c:v>
                </c:pt>
                <c:pt idx="289">
                  <c:v>1.057383</c:v>
                </c:pt>
                <c:pt idx="290">
                  <c:v>2.260014</c:v>
                </c:pt>
                <c:pt idx="291">
                  <c:v>1.698603</c:v>
                </c:pt>
                <c:pt idx="292">
                  <c:v>4.430545</c:v>
                </c:pt>
                <c:pt idx="293">
                  <c:v>1.254764</c:v>
                </c:pt>
                <c:pt idx="294">
                  <c:v>0.961467</c:v>
                </c:pt>
                <c:pt idx="295">
                  <c:v>1.916055</c:v>
                </c:pt>
                <c:pt idx="296">
                  <c:v>-0.470659</c:v>
                </c:pt>
                <c:pt idx="297">
                  <c:v>-1.370989</c:v>
                </c:pt>
                <c:pt idx="298">
                  <c:v>-0.162547</c:v>
                </c:pt>
                <c:pt idx="299">
                  <c:v>2.000181</c:v>
                </c:pt>
                <c:pt idx="300">
                  <c:v>2.791285</c:v>
                </c:pt>
                <c:pt idx="301">
                  <c:v>-0.499059</c:v>
                </c:pt>
                <c:pt idx="302">
                  <c:v>2.834616</c:v>
                </c:pt>
                <c:pt idx="303">
                  <c:v>3.064124</c:v>
                </c:pt>
                <c:pt idx="304">
                  <c:v>3.804485</c:v>
                </c:pt>
                <c:pt idx="305">
                  <c:v>-0.308125</c:v>
                </c:pt>
                <c:pt idx="306">
                  <c:v>2.309814</c:v>
                </c:pt>
                <c:pt idx="307">
                  <c:v>-0.123282</c:v>
                </c:pt>
                <c:pt idx="308">
                  <c:v>-0.767443</c:v>
                </c:pt>
                <c:pt idx="309">
                  <c:v>0.984693</c:v>
                </c:pt>
                <c:pt idx="310">
                  <c:v>-0.232787</c:v>
                </c:pt>
                <c:pt idx="311">
                  <c:v>-1.741706</c:v>
                </c:pt>
                <c:pt idx="312">
                  <c:v>1.476789</c:v>
                </c:pt>
                <c:pt idx="313">
                  <c:v>2.306737</c:v>
                </c:pt>
                <c:pt idx="314">
                  <c:v>-0.684888</c:v>
                </c:pt>
                <c:pt idx="315">
                  <c:v>0.547454</c:v>
                </c:pt>
                <c:pt idx="316">
                  <c:v>0.118654</c:v>
                </c:pt>
                <c:pt idx="317">
                  <c:v>-0.341835</c:v>
                </c:pt>
                <c:pt idx="318">
                  <c:v>0.359965</c:v>
                </c:pt>
                <c:pt idx="319">
                  <c:v>2.013642</c:v>
                </c:pt>
                <c:pt idx="320">
                  <c:v>-1.58418</c:v>
                </c:pt>
                <c:pt idx="321">
                  <c:v>-1.562238</c:v>
                </c:pt>
                <c:pt idx="322">
                  <c:v>3.400895</c:v>
                </c:pt>
                <c:pt idx="323">
                  <c:v>-1.063612</c:v>
                </c:pt>
                <c:pt idx="324">
                  <c:v>0.29114</c:v>
                </c:pt>
                <c:pt idx="325">
                  <c:v>2.252492</c:v>
                </c:pt>
                <c:pt idx="326">
                  <c:v>-0.649275</c:v>
                </c:pt>
                <c:pt idx="327">
                  <c:v>-0.989508</c:v>
                </c:pt>
                <c:pt idx="328">
                  <c:v>-1.261499</c:v>
                </c:pt>
                <c:pt idx="329">
                  <c:v>0.086157</c:v>
                </c:pt>
                <c:pt idx="330">
                  <c:v>-1.049027</c:v>
                </c:pt>
                <c:pt idx="331">
                  <c:v>2.66919</c:v>
                </c:pt>
                <c:pt idx="332">
                  <c:v>1.797531</c:v>
                </c:pt>
                <c:pt idx="333">
                  <c:v>1.27693</c:v>
                </c:pt>
                <c:pt idx="334">
                  <c:v>1.574965</c:v>
                </c:pt>
                <c:pt idx="335">
                  <c:v>-0.310747</c:v>
                </c:pt>
                <c:pt idx="336">
                  <c:v>1.904319</c:v>
                </c:pt>
                <c:pt idx="337">
                  <c:v>0.324201</c:v>
                </c:pt>
                <c:pt idx="338">
                  <c:v>1.336874</c:v>
                </c:pt>
                <c:pt idx="339">
                  <c:v>1.120296</c:v>
                </c:pt>
                <c:pt idx="340">
                  <c:v>2.098294</c:v>
                </c:pt>
                <c:pt idx="341">
                  <c:v>-1.157635</c:v>
                </c:pt>
                <c:pt idx="342">
                  <c:v>-1.360853</c:v>
                </c:pt>
                <c:pt idx="343">
                  <c:v>1.385928</c:v>
                </c:pt>
                <c:pt idx="344">
                  <c:v>0.781212</c:v>
                </c:pt>
                <c:pt idx="345">
                  <c:v>2.149454</c:v>
                </c:pt>
                <c:pt idx="346">
                  <c:v>3.655318</c:v>
                </c:pt>
                <c:pt idx="347">
                  <c:v>5.653281</c:v>
                </c:pt>
                <c:pt idx="348">
                  <c:v>1.771117</c:v>
                </c:pt>
                <c:pt idx="349">
                  <c:v>2.13498</c:v>
                </c:pt>
              </c:numCache>
            </c:numRef>
          </c:yVal>
        </c:ser>
        <c:ser>
          <c:idx val="1"/>
          <c:order val="1"/>
          <c:tx>
            <c:v>기업 가성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249A78"/>
              </a:solidFill>
            </c:spPr>
          </c:marker>
          <c:xVal>
            <c:numRef>
              <c:f>'Chart Data'!$C$2:$C$105</c:f>
              <c:numCache>
                <c:formatCode>General</c:formatCode>
                <c:ptCount val="104"/>
                <c:pt idx="0">
                  <c:v>0.844363</c:v>
                </c:pt>
                <c:pt idx="1">
                  <c:v>0.697251</c:v>
                </c:pt>
                <c:pt idx="2">
                  <c:v>0.808169</c:v>
                </c:pt>
                <c:pt idx="3">
                  <c:v>0.424314</c:v>
                </c:pt>
                <c:pt idx="4">
                  <c:v>2.195486</c:v>
                </c:pt>
                <c:pt idx="5">
                  <c:v>2.240001</c:v>
                </c:pt>
                <c:pt idx="6">
                  <c:v>1.845668</c:v>
                </c:pt>
                <c:pt idx="7">
                  <c:v>2.173872</c:v>
                </c:pt>
                <c:pt idx="8">
                  <c:v>-0.606315</c:v>
                </c:pt>
                <c:pt idx="9">
                  <c:v>-0.630472</c:v>
                </c:pt>
                <c:pt idx="10">
                  <c:v>2.063658</c:v>
                </c:pt>
                <c:pt idx="11">
                  <c:v>2.412314</c:v>
                </c:pt>
                <c:pt idx="12">
                  <c:v>0.325978</c:v>
                </c:pt>
                <c:pt idx="13">
                  <c:v>0.718205</c:v>
                </c:pt>
                <c:pt idx="14">
                  <c:v>1.117337</c:v>
                </c:pt>
                <c:pt idx="15">
                  <c:v>1.276926</c:v>
                </c:pt>
                <c:pt idx="16">
                  <c:v>1.509131</c:v>
                </c:pt>
                <c:pt idx="17">
                  <c:v>2.095776</c:v>
                </c:pt>
                <c:pt idx="18">
                  <c:v>12.57478</c:v>
                </c:pt>
                <c:pt idx="19">
                  <c:v>13.486481</c:v>
                </c:pt>
                <c:pt idx="20">
                  <c:v>11.297916</c:v>
                </c:pt>
                <c:pt idx="21">
                  <c:v>11.99852</c:v>
                </c:pt>
                <c:pt idx="22">
                  <c:v>13.010298</c:v>
                </c:pt>
                <c:pt idx="23">
                  <c:v>13.960806</c:v>
                </c:pt>
                <c:pt idx="24">
                  <c:v>14.212286</c:v>
                </c:pt>
                <c:pt idx="25">
                  <c:v>14.702819</c:v>
                </c:pt>
                <c:pt idx="26">
                  <c:v>13.114739</c:v>
                </c:pt>
                <c:pt idx="27">
                  <c:v>13.652258</c:v>
                </c:pt>
                <c:pt idx="28">
                  <c:v>14.70855</c:v>
                </c:pt>
                <c:pt idx="29">
                  <c:v>15.167064</c:v>
                </c:pt>
                <c:pt idx="30">
                  <c:v>16.755266</c:v>
                </c:pt>
                <c:pt idx="31">
                  <c:v>16.7397</c:v>
                </c:pt>
                <c:pt idx="32">
                  <c:v>11.185519</c:v>
                </c:pt>
                <c:pt idx="33">
                  <c:v>11.558307</c:v>
                </c:pt>
                <c:pt idx="34">
                  <c:v>12.523657</c:v>
                </c:pt>
                <c:pt idx="35">
                  <c:v>12.85038</c:v>
                </c:pt>
                <c:pt idx="36">
                  <c:v>11.986133</c:v>
                </c:pt>
                <c:pt idx="37">
                  <c:v>11.898776</c:v>
                </c:pt>
                <c:pt idx="38">
                  <c:v>15.764789</c:v>
                </c:pt>
                <c:pt idx="39">
                  <c:v>16.328786</c:v>
                </c:pt>
                <c:pt idx="40">
                  <c:v>15.452644</c:v>
                </c:pt>
                <c:pt idx="41">
                  <c:v>15.851849</c:v>
                </c:pt>
                <c:pt idx="42">
                  <c:v>16.748441</c:v>
                </c:pt>
                <c:pt idx="43">
                  <c:v>17.165253</c:v>
                </c:pt>
                <c:pt idx="44">
                  <c:v>16.883841</c:v>
                </c:pt>
                <c:pt idx="45">
                  <c:v>17.796205</c:v>
                </c:pt>
                <c:pt idx="46">
                  <c:v>18.193793</c:v>
                </c:pt>
                <c:pt idx="47">
                  <c:v>17.790587</c:v>
                </c:pt>
                <c:pt idx="48">
                  <c:v>14.398516</c:v>
                </c:pt>
                <c:pt idx="49">
                  <c:v>14.861044</c:v>
                </c:pt>
                <c:pt idx="50">
                  <c:v>20.42644</c:v>
                </c:pt>
                <c:pt idx="51">
                  <c:v>20.699029</c:v>
                </c:pt>
                <c:pt idx="52">
                  <c:v>21.681257</c:v>
                </c:pt>
                <c:pt idx="53">
                  <c:v>22.134517</c:v>
                </c:pt>
                <c:pt idx="54">
                  <c:v>20.08104</c:v>
                </c:pt>
                <c:pt idx="55">
                  <c:v>20.335113</c:v>
                </c:pt>
                <c:pt idx="56">
                  <c:v>21.08869</c:v>
                </c:pt>
                <c:pt idx="57">
                  <c:v>21.850581</c:v>
                </c:pt>
                <c:pt idx="58">
                  <c:v>22.742887</c:v>
                </c:pt>
                <c:pt idx="59">
                  <c:v>23.239579</c:v>
                </c:pt>
                <c:pt idx="60">
                  <c:v>21.434419</c:v>
                </c:pt>
                <c:pt idx="61">
                  <c:v>21.834046</c:v>
                </c:pt>
                <c:pt idx="62">
                  <c:v>22.667049</c:v>
                </c:pt>
                <c:pt idx="63">
                  <c:v>23.124045</c:v>
                </c:pt>
                <c:pt idx="64">
                  <c:v>22.38782</c:v>
                </c:pt>
                <c:pt idx="65">
                  <c:v>22.870804</c:v>
                </c:pt>
                <c:pt idx="66">
                  <c:v>14.28246</c:v>
                </c:pt>
                <c:pt idx="67">
                  <c:v>14.40508</c:v>
                </c:pt>
                <c:pt idx="68">
                  <c:v>13.217543</c:v>
                </c:pt>
                <c:pt idx="69">
                  <c:v>13.617776</c:v>
                </c:pt>
                <c:pt idx="70">
                  <c:v>12.218024</c:v>
                </c:pt>
                <c:pt idx="71">
                  <c:v>12.836638</c:v>
                </c:pt>
                <c:pt idx="72">
                  <c:v>15.051635</c:v>
                </c:pt>
                <c:pt idx="73">
                  <c:v>14.935608</c:v>
                </c:pt>
                <c:pt idx="74">
                  <c:v>12.312986</c:v>
                </c:pt>
                <c:pt idx="75">
                  <c:v>12.630714</c:v>
                </c:pt>
                <c:pt idx="76">
                  <c:v>11.850769</c:v>
                </c:pt>
                <c:pt idx="77">
                  <c:v>12.321981</c:v>
                </c:pt>
                <c:pt idx="78">
                  <c:v>12.795851</c:v>
                </c:pt>
                <c:pt idx="79">
                  <c:v>11.29734</c:v>
                </c:pt>
                <c:pt idx="80">
                  <c:v>21.107424</c:v>
                </c:pt>
                <c:pt idx="81">
                  <c:v>21.258524</c:v>
                </c:pt>
                <c:pt idx="82">
                  <c:v>18.302029</c:v>
                </c:pt>
                <c:pt idx="83">
                  <c:v>18.338192</c:v>
                </c:pt>
                <c:pt idx="84">
                  <c:v>17.669444</c:v>
                </c:pt>
                <c:pt idx="85">
                  <c:v>17.795647</c:v>
                </c:pt>
                <c:pt idx="86">
                  <c:v>8.525529</c:v>
                </c:pt>
                <c:pt idx="87">
                  <c:v>8.875681</c:v>
                </c:pt>
                <c:pt idx="88">
                  <c:v>9.666847</c:v>
                </c:pt>
                <c:pt idx="89">
                  <c:v>10.145471</c:v>
                </c:pt>
                <c:pt idx="90">
                  <c:v>9.804757</c:v>
                </c:pt>
                <c:pt idx="91">
                  <c:v>10.109709</c:v>
                </c:pt>
                <c:pt idx="92">
                  <c:v>11.834778</c:v>
                </c:pt>
                <c:pt idx="93">
                  <c:v>12.273745</c:v>
                </c:pt>
                <c:pt idx="94">
                  <c:v>14.746895</c:v>
                </c:pt>
                <c:pt idx="95">
                  <c:v>14.525154</c:v>
                </c:pt>
                <c:pt idx="96">
                  <c:v>14.622504</c:v>
                </c:pt>
                <c:pt idx="97">
                  <c:v>15.148648</c:v>
                </c:pt>
                <c:pt idx="98">
                  <c:v>13.998638</c:v>
                </c:pt>
                <c:pt idx="99">
                  <c:v>14.411046</c:v>
                </c:pt>
                <c:pt idx="100">
                  <c:v>12.480942</c:v>
                </c:pt>
                <c:pt idx="101">
                  <c:v>12.681811</c:v>
                </c:pt>
                <c:pt idx="102">
                  <c:v>15.910624</c:v>
                </c:pt>
                <c:pt idx="103">
                  <c:v>15.923129</c:v>
                </c:pt>
              </c:numCache>
            </c:numRef>
          </c:xVal>
          <c:yVal>
            <c:numRef>
              <c:f>'Chart Data'!$D$2:$D$105</c:f>
              <c:numCache>
                <c:formatCode>General</c:formatCode>
                <c:ptCount val="104"/>
                <c:pt idx="0">
                  <c:v>7.417082</c:v>
                </c:pt>
                <c:pt idx="1">
                  <c:v>8.934017</c:v>
                </c:pt>
                <c:pt idx="2">
                  <c:v>7.78497</c:v>
                </c:pt>
                <c:pt idx="3">
                  <c:v>8.754628</c:v>
                </c:pt>
                <c:pt idx="4">
                  <c:v>5.746679</c:v>
                </c:pt>
                <c:pt idx="5">
                  <c:v>7.194903</c:v>
                </c:pt>
                <c:pt idx="6">
                  <c:v>5.296877</c:v>
                </c:pt>
                <c:pt idx="7">
                  <c:v>7.300733</c:v>
                </c:pt>
                <c:pt idx="8">
                  <c:v>7.028248</c:v>
                </c:pt>
                <c:pt idx="9">
                  <c:v>7.269205</c:v>
                </c:pt>
                <c:pt idx="10">
                  <c:v>6.657086</c:v>
                </c:pt>
                <c:pt idx="11">
                  <c:v>8.333469</c:v>
                </c:pt>
                <c:pt idx="12">
                  <c:v>6.189811</c:v>
                </c:pt>
                <c:pt idx="13">
                  <c:v>7.298657</c:v>
                </c:pt>
                <c:pt idx="14">
                  <c:v>5.602584</c:v>
                </c:pt>
                <c:pt idx="15">
                  <c:v>6.428393</c:v>
                </c:pt>
                <c:pt idx="16">
                  <c:v>6.427692</c:v>
                </c:pt>
                <c:pt idx="17">
                  <c:v>7.926093</c:v>
                </c:pt>
                <c:pt idx="18">
                  <c:v>-4.123254</c:v>
                </c:pt>
                <c:pt idx="19">
                  <c:v>-3.202682</c:v>
                </c:pt>
                <c:pt idx="20">
                  <c:v>-6.258999</c:v>
                </c:pt>
                <c:pt idx="21">
                  <c:v>-4.298062</c:v>
                </c:pt>
                <c:pt idx="22">
                  <c:v>-2.982343</c:v>
                </c:pt>
                <c:pt idx="23">
                  <c:v>-2.624817</c:v>
                </c:pt>
                <c:pt idx="24">
                  <c:v>-4.092297</c:v>
                </c:pt>
                <c:pt idx="25">
                  <c:v>-2.988157</c:v>
                </c:pt>
                <c:pt idx="26">
                  <c:v>-6.157006</c:v>
                </c:pt>
                <c:pt idx="27">
                  <c:v>-5.819099</c:v>
                </c:pt>
                <c:pt idx="28">
                  <c:v>-4.922249</c:v>
                </c:pt>
                <c:pt idx="29">
                  <c:v>-3.909379</c:v>
                </c:pt>
                <c:pt idx="30">
                  <c:v>-1.464636</c:v>
                </c:pt>
                <c:pt idx="31">
                  <c:v>-1.189148</c:v>
                </c:pt>
                <c:pt idx="32">
                  <c:v>-6.56775</c:v>
                </c:pt>
                <c:pt idx="33">
                  <c:v>-5.131851</c:v>
                </c:pt>
                <c:pt idx="34">
                  <c:v>-3.882295</c:v>
                </c:pt>
                <c:pt idx="35">
                  <c:v>-2.791116</c:v>
                </c:pt>
                <c:pt idx="36">
                  <c:v>0.225816</c:v>
                </c:pt>
                <c:pt idx="37">
                  <c:v>0.382381</c:v>
                </c:pt>
                <c:pt idx="38">
                  <c:v>-4.152036</c:v>
                </c:pt>
                <c:pt idx="39">
                  <c:v>-2.023313</c:v>
                </c:pt>
                <c:pt idx="40">
                  <c:v>-2.992674</c:v>
                </c:pt>
                <c:pt idx="41">
                  <c:v>-2.601473</c:v>
                </c:pt>
                <c:pt idx="42">
                  <c:v>-5.074775</c:v>
                </c:pt>
                <c:pt idx="43">
                  <c:v>-4.0366</c:v>
                </c:pt>
                <c:pt idx="44">
                  <c:v>-2.203059</c:v>
                </c:pt>
                <c:pt idx="45">
                  <c:v>-0.811521</c:v>
                </c:pt>
                <c:pt idx="46">
                  <c:v>-4.763679</c:v>
                </c:pt>
                <c:pt idx="47">
                  <c:v>-4.295731</c:v>
                </c:pt>
                <c:pt idx="48">
                  <c:v>-3.742237</c:v>
                </c:pt>
                <c:pt idx="49">
                  <c:v>-2.832183</c:v>
                </c:pt>
                <c:pt idx="50">
                  <c:v>-6.930128</c:v>
                </c:pt>
                <c:pt idx="51">
                  <c:v>-5.792095</c:v>
                </c:pt>
                <c:pt idx="52">
                  <c:v>-5.345428</c:v>
                </c:pt>
                <c:pt idx="53">
                  <c:v>-4.946481</c:v>
                </c:pt>
                <c:pt idx="54">
                  <c:v>-6.321906</c:v>
                </c:pt>
                <c:pt idx="55">
                  <c:v>-5.285415</c:v>
                </c:pt>
                <c:pt idx="56">
                  <c:v>-7.223277</c:v>
                </c:pt>
                <c:pt idx="57">
                  <c:v>-5.755933</c:v>
                </c:pt>
                <c:pt idx="58">
                  <c:v>-7.171435</c:v>
                </c:pt>
                <c:pt idx="59">
                  <c:v>-6.352963</c:v>
                </c:pt>
                <c:pt idx="60">
                  <c:v>-7.58479</c:v>
                </c:pt>
                <c:pt idx="61">
                  <c:v>-6.02435</c:v>
                </c:pt>
                <c:pt idx="62">
                  <c:v>-5.175947</c:v>
                </c:pt>
                <c:pt idx="63">
                  <c:v>-3.175969</c:v>
                </c:pt>
                <c:pt idx="64">
                  <c:v>-4.351988</c:v>
                </c:pt>
                <c:pt idx="65">
                  <c:v>-4.049079</c:v>
                </c:pt>
                <c:pt idx="66">
                  <c:v>-4.141837</c:v>
                </c:pt>
                <c:pt idx="67">
                  <c:v>-2.770249</c:v>
                </c:pt>
                <c:pt idx="68">
                  <c:v>-5.271731</c:v>
                </c:pt>
                <c:pt idx="69">
                  <c:v>-4.011808</c:v>
                </c:pt>
                <c:pt idx="70">
                  <c:v>-3.884118</c:v>
                </c:pt>
                <c:pt idx="71">
                  <c:v>-1.693793</c:v>
                </c:pt>
                <c:pt idx="72">
                  <c:v>-4.791534</c:v>
                </c:pt>
                <c:pt idx="73">
                  <c:v>-3.715002</c:v>
                </c:pt>
                <c:pt idx="74">
                  <c:v>-4.192454</c:v>
                </c:pt>
                <c:pt idx="75">
                  <c:v>-2.50663</c:v>
                </c:pt>
                <c:pt idx="76">
                  <c:v>-2.702012</c:v>
                </c:pt>
                <c:pt idx="77">
                  <c:v>-1.572032</c:v>
                </c:pt>
                <c:pt idx="78">
                  <c:v>-2.235704</c:v>
                </c:pt>
                <c:pt idx="79">
                  <c:v>-2.926439</c:v>
                </c:pt>
                <c:pt idx="80">
                  <c:v>30.953446</c:v>
                </c:pt>
                <c:pt idx="81">
                  <c:v>31.568554</c:v>
                </c:pt>
                <c:pt idx="82">
                  <c:v>23.949493</c:v>
                </c:pt>
                <c:pt idx="83">
                  <c:v>23.512173</c:v>
                </c:pt>
                <c:pt idx="84">
                  <c:v>29.504567</c:v>
                </c:pt>
                <c:pt idx="85">
                  <c:v>29.766424</c:v>
                </c:pt>
                <c:pt idx="86">
                  <c:v>-0.971971</c:v>
                </c:pt>
                <c:pt idx="87">
                  <c:v>0.585866</c:v>
                </c:pt>
                <c:pt idx="88">
                  <c:v>-1.668533</c:v>
                </c:pt>
                <c:pt idx="89">
                  <c:v>-0.467904</c:v>
                </c:pt>
                <c:pt idx="90">
                  <c:v>1.082227</c:v>
                </c:pt>
                <c:pt idx="91">
                  <c:v>2.470977</c:v>
                </c:pt>
                <c:pt idx="92">
                  <c:v>0.146098</c:v>
                </c:pt>
                <c:pt idx="93">
                  <c:v>1.601222</c:v>
                </c:pt>
                <c:pt idx="94">
                  <c:v>-2.05715</c:v>
                </c:pt>
                <c:pt idx="95">
                  <c:v>-1.581742</c:v>
                </c:pt>
                <c:pt idx="96">
                  <c:v>-0.477651</c:v>
                </c:pt>
                <c:pt idx="97">
                  <c:v>1.423025</c:v>
                </c:pt>
                <c:pt idx="98">
                  <c:v>-0.200636</c:v>
                </c:pt>
                <c:pt idx="99">
                  <c:v>1.687589</c:v>
                </c:pt>
                <c:pt idx="100">
                  <c:v>-1.928713</c:v>
                </c:pt>
                <c:pt idx="101">
                  <c:v>-1.264831</c:v>
                </c:pt>
                <c:pt idx="102">
                  <c:v>-1.160195</c:v>
                </c:pt>
                <c:pt idx="103">
                  <c:v>-0.084558</c:v>
                </c:pt>
              </c:numCache>
            </c:numRef>
          </c:yVal>
        </c:ser>
        <c:ser>
          <c:idx val="2"/>
          <c:order val="2"/>
          <c:tx>
            <c:v>마스터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9"/>
            <c:spPr>
              <a:solidFill xmlns:a="http://schemas.openxmlformats.org/drawingml/2006/main">
                <a:srgbClr val="7552B5"/>
              </a:solidFill>
            </c:spPr>
          </c:marker>
          <c:xVal>
            <c:numRef>
              <c:f>'Chart Data'!$E$2:$E$12</c:f>
              <c:numCache>
                <c:formatCode>General</c:formatCode>
                <c:ptCount val="11"/>
                <c:pt idx="0">
                  <c:v>97.285616</c:v>
                </c:pt>
                <c:pt idx="1">
                  <c:v>94.828462</c:v>
                </c:pt>
                <c:pt idx="2">
                  <c:v>102.927028</c:v>
                </c:pt>
                <c:pt idx="3">
                  <c:v>98.691044</c:v>
                </c:pt>
                <c:pt idx="4">
                  <c:v>95.637994</c:v>
                </c:pt>
                <c:pt idx="5">
                  <c:v>95.586818</c:v>
                </c:pt>
                <c:pt idx="6">
                  <c:v>97.769561</c:v>
                </c:pt>
                <c:pt idx="7">
                  <c:v>99.690796</c:v>
                </c:pt>
                <c:pt idx="8">
                  <c:v>100.19693</c:v>
                </c:pt>
                <c:pt idx="9">
                  <c:v>101.74792</c:v>
                </c:pt>
                <c:pt idx="10">
                  <c:v>96.954376</c:v>
                </c:pt>
              </c:numCache>
            </c:numRef>
          </c:xVal>
          <c:yVal>
            <c:numRef>
              <c:f>'Chart Data'!$F$2:$F$12</c:f>
              <c:numCache>
                <c:formatCode>General</c:formatCode>
                <c:ptCount val="11"/>
                <c:pt idx="0">
                  <c:v>13.078071</c:v>
                </c:pt>
                <c:pt idx="1">
                  <c:v>19.127492</c:v>
                </c:pt>
                <c:pt idx="2">
                  <c:v>12.356715</c:v>
                </c:pt>
                <c:pt idx="3">
                  <c:v>16.571505</c:v>
                </c:pt>
                <c:pt idx="4">
                  <c:v>16.852506</c:v>
                </c:pt>
                <c:pt idx="5">
                  <c:v>18.319078</c:v>
                </c:pt>
                <c:pt idx="6">
                  <c:v>18.86189</c:v>
                </c:pt>
                <c:pt idx="7">
                  <c:v>10.723832</c:v>
                </c:pt>
                <c:pt idx="8">
                  <c:v>17.283428</c:v>
                </c:pt>
                <c:pt idx="9">
                  <c:v>17.825509</c:v>
                </c:pt>
                <c:pt idx="10">
                  <c:v>22.695141</c:v>
                </c:pt>
              </c:numCache>
            </c:numRef>
          </c:yVal>
        </c:ser>
        <c:ser>
          <c:idx val="3"/>
          <c:order val="3"/>
          <c:tx>
            <c:v>기업 진성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3"/>
            <c:spPr>
              <a:solidFill xmlns:a="http://schemas.openxmlformats.org/drawingml/2006/main">
                <a:srgbClr val="D96343"/>
              </a:solidFill>
            </c:spPr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83.417614</c:v>
                </c:pt>
                <c:pt idx="1">
                  <c:v>87.379498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6.428903</c:v>
                </c:pt>
                <c:pt idx="1">
                  <c:v>8.950798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맑은 고딕"/>
                  <a:ea typeface="맑은 고딕"/>
                  <a:cs typeface="맑은 고딕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E2E7EC"/>
              </a:solidFill>
            </a:ln>
          </c:spPr>
        </c:majorGridlines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2A3A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30Hz</c:v>
          </c:tx>
          <c:spPr>
            <a:solidFill xmlns:a="http://schemas.openxmlformats.org/drawingml/2006/main">
              <a:srgbClr val="96A9BD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0.622437</c:v>
                </c:pt>
                <c:pt idx="1">
                  <c:v>0.779156</c:v>
                </c:pt>
              </c:numCache>
            </c:numRef>
          </c:val>
        </c:ser>
        <c:ser>
          <c:idx val="1"/>
          <c:order val="1"/>
          <c:tx>
            <c:v>100Hz</c:v>
          </c:tx>
          <c:spPr>
            <a:solidFill xmlns:a="http://schemas.openxmlformats.org/drawingml/2006/main">
              <a:srgbClr val="69849F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2.132401</c:v>
                </c:pt>
                <c:pt idx="1">
                  <c:v>2.99023</c:v>
                </c:pt>
              </c:numCache>
            </c:numRef>
          </c:val>
        </c:ser>
        <c:ser>
          <c:idx val="2"/>
          <c:order val="2"/>
          <c:tx>
            <c:v>300Hz</c:v>
          </c:tx>
          <c:spPr>
            <a:solidFill xmlns:a="http://schemas.openxmlformats.org/drawingml/2006/main">
              <a:srgbClr val="C62828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57.526971</c:v>
                </c:pt>
                <c:pt idx="1">
                  <c:v>24.059867</c:v>
                </c:pt>
              </c:numCache>
            </c:numRef>
          </c:val>
        </c:ser>
        <c:ser>
          <c:idx val="3"/>
          <c:order val="3"/>
          <c:tx>
            <c:v>800Hz</c:v>
          </c:tx>
          <c:spPr>
            <a:solidFill xmlns:a="http://schemas.openxmlformats.org/drawingml/2006/main">
              <a:srgbClr val="DA9A31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Data'!$G$2:$G$3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Data'!$H$2:$H$3</c:f>
              <c:numCache>
                <c:formatCode>0</c:formatCode>
                <c:ptCount val="2"/>
                <c:pt idx="0">
                  <c:v>30.354132</c:v>
                </c:pt>
                <c:pt idx="1">
                  <c:v>57.667555</c:v>
                </c:pt>
              </c:numCache>
            </c:numRef>
          </c:val>
        </c:ser>
        <c:ser>
          <c:idx val="4"/>
          <c:order val="4"/>
          <c:tx>
            <c:v>2kHz</c:v>
          </c:tx>
          <c:spPr>
            <a:solidFill xmlns:a="http://schemas.openxmlformats.org/drawingml/2006/main">
              <a:srgbClr val="508B71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Data'!$I$2:$I$3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Data'!$J$2:$J$3</c:f>
              <c:numCache>
                <c:formatCode>0</c:formatCode>
                <c:ptCount val="2"/>
                <c:pt idx="0">
                  <c:v>5.367426</c:v>
                </c:pt>
                <c:pt idx="1">
                  <c:v>8.729331</c:v>
                </c:pt>
              </c:numCache>
            </c:numRef>
          </c:val>
        </c:ser>
        <c:ser>
          <c:idx val="5"/>
          <c:order val="5"/>
          <c:tx>
            <c:v>4.8kHz</c:v>
          </c:tx>
          <c:spPr>
            <a:solidFill xmlns:a="http://schemas.openxmlformats.org/drawingml/2006/main">
              <a:srgbClr val="877BA6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Data'!$K$2:$K$3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Data'!$L$2:$L$3</c:f>
              <c:numCache>
                <c:formatCode>0</c:formatCode>
                <c:ptCount val="2"/>
                <c:pt idx="0">
                  <c:v>3.437752</c:v>
                </c:pt>
                <c:pt idx="1">
                  <c:v>4.976177</c:v>
                </c:pt>
              </c:numCache>
            </c:numRef>
          </c:val>
        </c:ser>
        <c:ser>
          <c:idx val="6"/>
          <c:order val="6"/>
          <c:tx>
            <c:v>12kHz</c:v>
          </c:tx>
          <c:spPr>
            <a:solidFill xmlns:a="http://schemas.openxmlformats.org/drawingml/2006/main">
              <a:srgbClr val="B4BAC1"/>
            </a:solidFill>
          </c:spPr>
          <c:invertIfNegative val="0"/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25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Data'!$M$2:$M$3</c:f>
              <c:strCache>
                <c:ptCount val="2"/>
                <c:pt idx="0">
                  <c:v>994행</c:v>
                </c:pt>
                <c:pt idx="1">
                  <c:v>996행</c:v>
                </c:pt>
              </c:strCache>
            </c:strRef>
          </c:cat>
          <c:val>
            <c:numRef>
              <c:f>'Chart Data'!$N$2:$N$3</c:f>
              <c:numCache>
                <c:formatCode>0</c:formatCode>
                <c:ptCount val="2"/>
                <c:pt idx="0">
                  <c:v>0.558881</c:v>
                </c:pt>
                <c:pt idx="1">
                  <c:v>0.797684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2A3A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가성 후보</c:v>
          </c:tx>
          <c:spPr>
            <a:solidFill xmlns:a="http://schemas.openxmlformats.org/drawingml/2006/main">
              <a:srgbClr val="249A7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위치 1 / 가성 86행</c:v>
                </c:pt>
                <c:pt idx="1">
                  <c:v>위치 2 / 가성 104행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79</c:v>
                </c:pt>
                <c:pt idx="1">
                  <c:v>98</c:v>
                </c:pt>
              </c:numCache>
            </c:numRef>
          </c:val>
        </c:ser>
        <c:ser>
          <c:idx val="1"/>
          <c:order val="1"/>
          <c:tx>
            <c:v>보류</c:v>
          </c:tx>
          <c:spPr>
            <a:solidFill xmlns:a="http://schemas.openxmlformats.org/drawingml/2006/main">
              <a:srgbClr val="8799AB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위치 1 / 가성 86행</c:v>
                </c:pt>
                <c:pt idx="1">
                  <c:v>위치 2 / 가성 104행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7</c:v>
                </c:pt>
                <c:pt idx="1">
                  <c:v>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2A3A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진성 의심</c:v>
          </c:tx>
          <c:spPr>
            <a:solidFill xmlns:a="http://schemas.openxmlformats.org/drawingml/2006/main">
              <a:srgbClr val="D96343"/>
            </a:solidFill>
          </c:spPr>
          <c:invertIfNegative val="0"/>
          <c:dLbls>
            <c:dLbl>
              <c:idx val="1"/>
              <c:showVal val="0"/>
            </c:dLbl>
          </c:dLbls>
          <c:cat>
            <c:strRef>
              <c:f>'Chart Data'!$A$2:$A$5</c:f>
              <c:strCache>
                <c:ptCount val="4"/>
                <c:pt idx="0">
                  <c:v>보완 기준 C</c:v>
                </c:pt>
                <c:pt idx="1">
                  <c:v>Random Forest</c:v>
                </c:pt>
                <c:pt idx="2">
                  <c:v>XGBoost</c:v>
                </c:pt>
                <c:pt idx="3">
                  <c:v>TabICLv2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v>보류</c:v>
          </c:tx>
          <c:spPr>
            <a:solidFill xmlns:a="http://schemas.openxmlformats.org/drawingml/2006/main">
              <a:srgbClr val="8799AB"/>
            </a:solidFill>
          </c:spPr>
          <c:invertIfNegative val="0"/>
          <c:dLbls>
            <c:dLbl>
              <c:idx val="0"/>
              <c:showVal val="0"/>
            </c:dLbl>
            <c:dLbl>
              <c:idx val="2"/>
              <c:showVal val="0"/>
            </c:dLbl>
            <c:dLbl>
              <c:idx val="3"/>
              <c:showVal val="0"/>
            </c:dLbl>
          </c:dLbls>
          <c:cat>
            <c:strRef>
              <c:f>'Chart Data'!$C$2:$C$5</c:f>
              <c:strCache>
                <c:ptCount val="4"/>
                <c:pt idx="0">
                  <c:v>보완 기준 C</c:v>
                </c:pt>
                <c:pt idx="1">
                  <c:v>Random Forest</c:v>
                </c:pt>
                <c:pt idx="2">
                  <c:v>XGBoost</c:v>
                </c:pt>
                <c:pt idx="3">
                  <c:v>TabICLv2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catAx>
      <c:valAx>
        <c:axId val="48672768"/>
        <c:scaling>
          <c:orientation val="minMax"/>
          <c:max val="2.4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위치 1 / 5행</c:v>
          </c:tx>
          <c:spPr>
            <a:solidFill xmlns:a="http://schemas.openxmlformats.org/drawingml/2006/main">
              <a:srgbClr val="347DAF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보완 기준 C</c:v>
                </c:pt>
                <c:pt idx="1">
                  <c:v>Random Forest</c:v>
                </c:pt>
                <c:pt idx="2">
                  <c:v>XGBoost</c:v>
                </c:pt>
                <c:pt idx="3">
                  <c:v>TabICLv2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v>위치 2 / 20행</c:v>
          </c:tx>
          <c:spPr>
            <a:solidFill xmlns:a="http://schemas.openxmlformats.org/drawingml/2006/main">
              <a:srgbClr val="249A78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보완 기준 C</c:v>
                </c:pt>
                <c:pt idx="1">
                  <c:v>Random Forest</c:v>
                </c:pt>
                <c:pt idx="2">
                  <c:v>XGBoost</c:v>
                </c:pt>
                <c:pt idx="3">
                  <c:v>TabICLv2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2A3A"/>
                  </a:solidFill>
                  <a:latin typeface="맑은 고딕"/>
                  <a:ea typeface="맑은 고딕"/>
                  <a:cs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2A3A"/>
              </a:solidFill>
              <a:latin typeface="맑은 고딕"/>
              <a:ea typeface="맑은 고딕"/>
              <a:cs typeface="맑은 고딕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한국무브넥스 ECT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C7156-1E1B-4B71-B255-974726AA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1차 분석 결과</a:t>
            </a:r>
          </a:p>
          <a:p xmlns:a="http://schemas.openxmlformats.org/drawingml/2006/main">
            <a:pPr>
              <a:def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42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설치·실행 안내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69387-05C8-4565-997F-F7F5204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위치별 NG 검토 · 모델 비교 · 추가 데이터 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903BF-022E-4F1F-B980-EBCACF6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김진영  |  2026.10.23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자료 구성과 1차 결론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B9775-BAD6-43B5-8114-1514A0C5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1부  지금까지의 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0ECA6-914D-40BC-BD7A-8EB9C80C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10572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C80B 초기 대조 → C10A 위치별 재분석 → 보완 기준·ML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A11DE-6872-4D5A-94A0-104DA76F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2부  설치 가이드와 실행 방법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CCD25-A13B-4384-B090-6DB8CD1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57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다운로드 → 설치 → 노트북 실행 → 그래프 확인 → 결과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7DFB6-AD03-4B6E-AC63-60E13C5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현재 결과: 가성 후보를 줄여 검토 가능 · 새 날짜 진성 검증은 추가 필요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2E268-7CBB-45A9-B19C-4A4A4D3C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가성 후보·보류·진성 의심은 재검토 우선순위이며, 최종 품질 처분은 현장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분석 진행 내용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544AA-5F29-47A6-9602-9EEAA20C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E1B85-C32C-4166-9C76-41363F7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9067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7개 품번의 원본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0E209-8270-4C56-9911-8D37CD36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0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파일·날짜·X/Y 구조, 최대값 0·노란색·오류·중복을 점검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87543-989A-4416-BD6A-DFE9341B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D6C3C-4F10-4541-B864-CE4BC9C8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5747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OK·NG마스터·일반 NG의 분포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DFD88-DC0F-4508-818A-81A5B556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67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4개 거리 기법과 PCA로 유사 패턴과 이탈 패턴을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A188E-3185-4F79-AD12-165A038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AC1FA-7512-49B0-B89E-DF69EAC6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2427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기업 회신 라벨로 기존 결과 대조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7C401-5C6C-47D8-BE2F-6E8954BC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추가 마스터·진성·가성·측정 오류 표시를 원본 측정행에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A1626-D6B5-40CA-AC6F-3B6C3049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FFF102-EE0F-4E33-A843-936B7458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C10A 위치 1·2 별도 모델과 실행 코드 정리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46DB2-F250-469D-9C09-941EE743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00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거리 보완 기준, RF·XGBoost, 선택 TabICLv2 및 재현 노트북 제공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C10A 분석 데이터와 날짜 구분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A1349-6E1C-40F5-8283-1556A7B5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C10A_49513-75270R | 위치마다 원본 행·OK·마스터·라벨을 분리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DAEFC-B326-46B9-864C-7DB02B236449}"/>
              </a:ext>
            </a:extLst>
          </p:cNvPr>
          <p:cNvGraphicFramePr/>
          <p:nvPr/>
        </p:nvGraphicFramePr>
        <p:xfrm>
          <a:off xmlns:a="http://schemas.openxmlformats.org/drawingml/2006/main" x="723900" y="2009775"/>
          <a:ext xmlns:a="http://schemas.openxmlformats.org/drawingml/2006/main" cx="107442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000250"/>
                <a:gridCol w="1809750"/>
                <a:gridCol w="1714500"/>
                <a:gridCol w="2095500"/>
                <a:gridCol w="2076450"/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측정행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X/Y 입력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진성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가성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15,314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15,313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E5959-3DB6-4C7D-B71B-2AF33278D6B4}"/>
              </a:ext>
            </a:extLst>
          </p:cNvPr>
          <p:cNvGraphicFramePr/>
          <p:nvPr/>
        </p:nvGraphicFramePr>
        <p:xfrm>
          <a:off xmlns:a="http://schemas.openxmlformats.org/drawingml/2006/main" x="723900" y="4086225"/>
          <a:ext xmlns:a="http://schemas.openxmlformats.org/drawingml/2006/main" cx="107442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000500"/>
                <a:gridCol w="4981575"/>
              </a:tblGrid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날짜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8/17·18·19·20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기준과 모델 학습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설정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10/7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 기준값 설정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10/8·10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이후 날짜의 가성 구분 비교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CFF86-9D04-40F2-AB94-1A0C117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수량은 측정행입니다. 진성 2행은 동일 날짜·카운터이므로 독립 제품 수는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라벨과 분석 대상의 구분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04502-5217-4903-819E-D9CEB0E51C57}"/>
              </a:ext>
            </a:extLst>
          </p:cNvPr>
          <p:cNvGraphicFramePr/>
          <p:nvPr/>
        </p:nvGraphicFramePr>
        <p:xfrm>
          <a:off xmlns:a="http://schemas.openxmlformats.org/drawingml/2006/main" x="723900" y="1457325"/>
          <a:ext xmlns:a="http://schemas.openxmlformats.org/drawingml/2006/main" cx="107442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429000"/>
                <a:gridCol w="5410200"/>
              </a:tblGrid>
              <a:tr h="6413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기업·설비 표시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분석에서의 처리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 OK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장비가 OK로 판정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참고 데이터, 최종 양품 확정은 아님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NG 마스터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마스터라고 별도 식별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기준 패턴, 반복 투입 가능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NG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주황: 진성 / 초록: 가성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판정과 모델 결과 대조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0·노란색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최대값 0 또는 원본 노란 표시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판정 불명 → 학습·점수화 제외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오류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회색 / 오류 표시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제외 및 사유 저장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24DA9-FD81-448D-AFE4-BFAD7D07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위치 2의 진성 판정을 위치 1에 복사하지 않습니다.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4CD5D-0041-46FD-905B-55B15648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회신의 색상 규칙을 적용했습니다. 마스터의 미열처리·크랙 종류는 별도 자료가 없어 미확인입니다.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C80B 초기 결과와 기업 회신 대조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CCCBE-8B3F-41AB-A148-5699498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기존 일반 NG 223검사 건 → 기업 가성 210 · 추가 마스터 12 · 오류 1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D1D6B711-2998-4928-A001-FA98589D3148}"/>
              </a:ext>
            </a:extLst>
          </p:cNvPr>
          <p:cNvGraphicFramePr/>
          <p:nvPr/>
        </p:nvGraphicFramePr>
        <p:xfrm>
          <a:off xmlns:a="http://schemas.openxmlformats.org/drawingml/2006/main" x="762000" y="2352675"/>
          <a:ext xmlns:a="http://schemas.openxmlformats.org/drawingml/2006/main" cx="10620375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abf153bc3a47dd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F278C-1605-4728-9786-7F6D7C8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rPr>
              <a:t>기존 가성 후보 중 평가 가능한 131건은 모두 기업 가성과 일치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BF8A8-9655-4A06-9E46-484C90B2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양산 진성은 0건이어서 진성 검출 성능은 판단할 수 없음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B6C6A-9A26-45DB-9D9C-F3CFCCC6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초기 검사 건 단위의 동결 결과입니다. 이후 C10A의 위치별 측정행 결과와 분모·기준이 다릅니다.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C10A 위치별 PCA 분포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B9A68-23C4-4652-82D1-A56C3ECE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PCA는 분포를 보는 그림이며, 실제 판정은 위치별 36·42개 X/Y 입력으로 수행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66EAA-6D9C-4C3F-A901-8CA5449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위치 1</a:t>
            </a:r>
          </a:p>
        </p:txBody>
      </p:sp>
      <p:graphicFrame>
        <p:nvGraphicFramePr>
          <p:cNvPr id="22" name="Chart">
            <a:extLst xmlns:a="http://schemas.openxmlformats.org/drawingml/2006/main">
              <a:ext uri="{FF2B5EF4-FFF2-40B4-BE49-F238E27FC236}">
                <a16:creationId xmlns:a16="http://schemas.microsoft.com/office/drawing/2014/main" id="{018DDA3A-07D6-4BD2-A443-3BC2548830FF}"/>
              </a:ext>
            </a:extLst>
          </p:cNvPr>
          <p:cNvGraphicFramePr/>
          <p:nvPr/>
        </p:nvGraphicFramePr>
        <p:xfrm>
          <a:off xmlns:a="http://schemas.openxmlformats.org/drawingml/2006/main" x="638175" y="2324100"/>
          <a:ext xmlns:a="http://schemas.openxmlformats.org/drawingml/2006/main" cx="52387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f040208f20477e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18B2B-2055-46F3-BDBF-076C8CCF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PCA 2축 설명 비율 50.6%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C2F3C-C213-45E3-A7CC-966F1B6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위치 2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A8E6C085-96BC-4DFC-8975-9B3536C80C6D}"/>
              </a:ext>
            </a:extLst>
          </p:cNvPr>
          <p:cNvGraphicFramePr/>
          <p:nvPr/>
        </p:nvGraphicFramePr>
        <p:xfrm>
          <a:off xmlns:a="http://schemas.openxmlformats.org/drawingml/2006/main" x="6486525" y="2324100"/>
          <a:ext xmlns:a="http://schemas.openxmlformats.org/drawingml/2006/main" cx="523875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5862cb78e94052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F2451-B85E-458D-B483-874A5E0C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14975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PCA 2축 설명 비율 45.5%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FBE401-A567-4B27-89DA-57F32A2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색상은 기업 판정입니다. 그림에서의 거리만으로 진성·가성을 확정하지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진성 2행을 놓친 이유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84705-F5A9-42F8-B3C0-89BDDC85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기존 규칙: OK와 마스터 양쪽에서 멀면 가성 후보로 분류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FFA28-93AD-4E03-AB00-1E1CB630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진성 994·996행도 다른 주파수에서 크게 이탈해 이 규칙에 걸림</a:t>
            </a:r>
          </a:p>
        </p:txBody>
      </p:sp>
      <p:graphicFrame>
        <p:nvGraphicFramePr>
          <p:cNvPr id="22" name="Chart">
            <a:extLst xmlns:a="http://schemas.openxmlformats.org/drawingml/2006/main">
              <a:ext uri="{FF2B5EF4-FFF2-40B4-BE49-F238E27FC236}">
                <a16:creationId xmlns:a16="http://schemas.microsoft.com/office/drawing/2014/main" id="{41D0048F-CF0E-4A70-8B90-404F68FD6B8B}"/>
              </a:ext>
            </a:extLst>
          </p:cNvPr>
          <p:cNvGraphicFramePr/>
          <p:nvPr/>
        </p:nvGraphicFramePr>
        <p:xfrm>
          <a:off xmlns:a="http://schemas.openxmlformats.org/drawingml/2006/main" x="714375" y="2667000"/>
          <a:ext xmlns:a="http://schemas.openxmlformats.org/drawingml/2006/main" cx="10715625" cy="2400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fca17371254083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EC4B9-244D-4745-AB8A-13F0CE0E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300Hz + 800Hz가 마스터와의 제곱거리 중 약 87.9% · 81.7%를 차지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4424A-95BC-48C2-95F5-182F4C19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거리의 수학적 기여율입니다. 물리적 불량 원인을 입증한 결과는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보완 기준: 진성 2행 보호와 가성 구분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5AFC9-5ACD-4F81-B9AB-00A803FF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OK 유사 NG만 가성 후보 · 전체 이탈과 위치 2 첫 블록 30Hz를 함께 검토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A0288D88-F4AF-42B7-B4B4-36E897CA9B7F}"/>
              </a:ext>
            </a:extLst>
          </p:cNvPr>
          <p:cNvGraphicFramePr/>
          <p:nvPr/>
        </p:nvGraphicFramePr>
        <p:xfrm>
          <a:off xmlns:a="http://schemas.openxmlformats.org/drawingml/2006/main" x="762000" y="2438400"/>
          <a:ext xmlns:a="http://schemas.openxmlformats.org/drawingml/2006/main" cx="10572750" cy="2400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414dc809384f7f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3E02D-B7E7-4162-B8B7-845F3BCC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D96343"/>
                </a:solidFill>
                <a:latin typeface="맑은 고딕"/>
                <a:ea typeface="맑은 고딕"/>
                <a:cs typeface="맑은 고딕"/>
              </a:rPr>
              <a:t>위치 2 기업 진성 2행 → 진성 의심 2행 / 가성 후보로 보낸 행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69870-94F1-4C8E-9719-95BDE0F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30Hz 보완 기준은 이 진성 2행을 확인한 뒤 선택했습니다. 사후 확인 결과이며 독립 검증은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ML 비교의 입력과 학습 방식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22D92-1F9B-4E63-A03F-E08E987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입력: 한 위치의 주파수별 X/Y 값 → 출력: 가성 후보 / 보류 / 진성 의심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3EF81-6525-43C0-9FEA-AA59E6575AE3}"/>
              </a:ext>
            </a:extLst>
          </p:cNvPr>
          <p:cNvGraphicFramePr/>
          <p:nvPr/>
        </p:nvGraphicFramePr>
        <p:xfrm>
          <a:off xmlns:a="http://schemas.openxmlformats.org/drawingml/2006/main" x="723900" y="2447925"/>
          <a:ext xmlns:a="http://schemas.openxmlformats.org/drawingml/2006/main" cx="10744200" cy="2124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429000"/>
                <a:gridCol w="4838700"/>
              </a:tblGrid>
              <a:tr h="7080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방식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데이터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해석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 기반 비교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마스터 ↔ OK + 기업 가성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진성 및 같은 사건그룹은 학습 제외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라벨 직접 학습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진성 ↔ 기업 가성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1은 진성 없어 생략</a:t>
                      </a:r>
                    </a:p>
                    <a:p>
                      <a:r>
                        <a:rPr sz="195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2 진성 2행은 학습 포함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F8445-41D6-49F0-99E7-18E8F4AD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RF는 여러 나무의 판단을 평균하고, XGBoost는 작은 나무를 순서대로 보완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C540A-144B-47DF-AC2C-395B37A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날짜·색상·카운터·최대값은 모델 입력에서 제외했습니다. 두 방식의 결과를 구분해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마스터 기반 모델 비교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50D1D-E006-4BD2-9AC9-D6539CA8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기업 진성 2행은 학습에서 제외 · 가성은 이후 날짜의 별도 구간으로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289A2-E494-48DE-AAD6-7A64C0FA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위치 2 진성 2행의 처리</a:t>
            </a:r>
          </a:p>
        </p:txBody>
      </p:sp>
      <p:graphicFrame>
        <p:nvGraphicFramePr>
          <p:cNvPr id="22" name="Chart">
            <a:extLst xmlns:a="http://schemas.openxmlformats.org/drawingml/2006/main">
              <a:ext uri="{FF2B5EF4-FFF2-40B4-BE49-F238E27FC236}">
                <a16:creationId xmlns:a16="http://schemas.microsoft.com/office/drawing/2014/main" id="{CF33F77B-9E12-4D3D-A743-2EB7136E7A0A}"/>
              </a:ext>
            </a:extLst>
          </p:cNvPr>
          <p:cNvGraphicFramePr/>
          <p:nvPr/>
        </p:nvGraphicFramePr>
        <p:xfrm>
          <a:off xmlns:a="http://schemas.openxmlformats.org/drawingml/2006/main" x="666750" y="2762250"/>
          <a:ext xmlns:a="http://schemas.openxmlformats.org/drawingml/2006/main" cx="514350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2c2fa943f44843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73AD8-7A73-4315-A2F1-6F96C50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00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시험 날짜의 가성 후보 수</a:t>
            </a:r>
          </a:p>
        </p:txBody>
      </p:sp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15572370-9D85-45D0-8875-806BDB03A045}"/>
              </a:ext>
            </a:extLst>
          </p:cNvPr>
          <p:cNvGraphicFramePr/>
          <p:nvPr/>
        </p:nvGraphicFramePr>
        <p:xfrm>
          <a:off xmlns:a="http://schemas.openxmlformats.org/drawingml/2006/main" x="6429375" y="2667000"/>
          <a:ext xmlns:a="http://schemas.openxmlformats.org/drawingml/2006/main" cx="514350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59545ebfc14dc6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37320-46F3-46BA-9699-F790C367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RF는 진성 2행을 보류로 보호 · XGBoost와 TabICLv2는 진성 의심으로 분류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7231C-159D-4573-A220-412D138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진성은 같은 날짜·사건의 사후 확인입니다. 시험 날짜에는 기업 진성이 없어 진성 검출률을 평가할 수 없습니다.</a:t>
            </a:r>
          </a:p>
        </p:txBody>
      </p:sp>
      <p:sp>
        <p:nvSpPr>
          <p:cNvPr id="27" name="Fixed legend 1">
            <a:extLst xmlns:a="http://schemas.openxmlformats.org/drawingml/2006/main">
              <a:ext uri="{FF2B5EF4-FFF2-40B4-BE49-F238E27FC236}">
                <a16:creationId xmlns:a16="http://schemas.microsoft.com/office/drawing/2014/main" id="{87937320-46F3-46BA-9699-F790C367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72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ns0:p xmlns:ns0="http://schemas.openxmlformats.org/drawingml/2006/main">
            <ns0:r>
              <ns0:rPr sz="1500" b="0">
                <ns0:solidFill>
                  <ns0:srgbClr val="D96343"/>
                </ns0:solidFill>
                <ns0:latin typeface="맑은 고딕"/>
                <ns0:ea typeface="맑은 고딕"/>
              </ns0:rPr>
              <ns0:t>■ 진성 의심</ns0:t>
            </ns0:r>
          </ns0:p>
        </p:txBody>
      </p:sp>
      <p:sp>
        <p:nvSpPr>
          <p:cNvPr id="28" name="Fixed legend 2">
            <a:extLst xmlns:a="http://schemas.openxmlformats.org/drawingml/2006/main">
              <a:ext uri="{FF2B5EF4-FFF2-40B4-BE49-F238E27FC236}">
                <a16:creationId xmlns:a16="http://schemas.microsoft.com/office/drawing/2014/main" id="{87937320-46F3-46BA-9699-F790C367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ns0:p xmlns:ns0="http://schemas.openxmlformats.org/drawingml/2006/main">
            <ns0:r>
              <ns0:rPr sz="1500" b="0">
                <ns0:solidFill>
                  <ns0:srgbClr val="8799AB"/>
                </ns0:solidFill>
                <ns0:latin typeface="맑은 고딕"/>
                <ns0:ea typeface="맑은 고딕"/>
              </ns0:rPr>
              <ns0:t>■ 보류</ns0:t>
            </ns0:r>
          </ns0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1차 결론과 추가로 필요한 자료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F48A7-6007-46D7-9C6C-06B4A36C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249A78"/>
                </a:solidFill>
                <a:latin typeface="맑은 고딕"/>
                <a:ea typeface="맑은 고딕"/>
                <a:cs typeface="맑은 고딕"/>
              </a:rPr>
              <a:t>현재 가능한 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A8897-08BC-4938-AD50-6E9DB1A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954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위치별 NG 패턴 비교, 가성 후보·보류 추리기,</a:t>
            </a:r>
          </a:p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이탈 주파수 확인과 반복 실행·결과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C0FE1-8F1F-49D3-88A4-82D1D9FD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323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아직 판단할 수 없는 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7CE2E-B067-4D94-9453-CE5A54DD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새 날짜의 진성 검출률과 양산 일반화 성능</a:t>
            </a:r>
          </a:p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진성 2행이 독립 제품 2개인지도 미확인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BAF3F-A981-4385-9555-609EA459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rPr>
              <a:t>다음에 필요한 자료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B35E2-6BB0-446B-8D83-E4725630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723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다른 날짜의 진성·가성, 검사 ID·재검사 연결,</a:t>
            </a:r>
          </a:p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불량 유형·부위·최종 처분과 채널 설명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8D22B-0D8C-43DB-B3BC-F1EDF269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확보 수량만 늘리기보다 독립 사건·날짜·불량 유형을 분리한 확인 라벨이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2부  설치와 실행 안내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EC1FF-3E33-441E-A277-95B9C178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처음 한 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18856-27B4-49A7-9061-E5FA1A53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Python 3.12 준비 → 프로그램 압축 풀기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→ install_windows.cmd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D3CEF-D964-44CF-8002-EDBB1F49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7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그다음부터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ED4F3-E690-4593-9BCC-42EE6E0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434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start_notebook.cmd → 노트북 실행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→ 그래프 확인 → 마지막 칸에서 결과 저장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프로그램 다운로드와 압축 풀기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0AA42-420A-42EC-8230-B4B69FA47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1192323db4ba0"/>
          <a:stretch xmlns:a="http://schemas.openxmlformats.org/drawingml/2006/main"/>
        </p:blipFill>
        <p:spPr>
          <a:xfrm xmlns:a="http://schemas.openxmlformats.org/drawingml/2006/main">
            <a:off x="723900" y="1362320"/>
            <a:ext cx="7191375" cy="404763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59838-359C-49A3-AFD5-691A1E3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906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① 저장소 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7FCE1-CDD9-4E04-86B2-C2179CF9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3095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② Code 클릭</a:t>
            </a:r>
          </a:p>
          <a:p xmlns:a="http://schemas.openxmlformats.org/drawingml/2006/main">
            <a: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   → Download ZIP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5E579-6DD8-4F8B-B348-F784087F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14725"/>
            <a:ext cx="3095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③ 모두 압축 풀기</a:t>
            </a:r>
          </a:p>
          <a:p xmlns:a="http://schemas.openxmlformats.org/drawingml/2006/main">
            <a: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   → 폴더 열기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231D5-6EE0-42F8-9586-2B245759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72025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ZIP 안에서</a:t>
            </a:r>
          </a:p>
          <a:p xmlns:a="http://schemas.openxmlformats.org/drawingml/2006/main">
            <a:pPr>
              <a:def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바로 실행하지 않습니다.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79536-13B0-496E-928B-779A966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rPr>
              <a:t>https://github.com/barraki72268-sketch/Koreamovenex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3C14D-C55F-444A-9F24-18DD72C1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README.md, install_windows.cmd, notebooks 폴더가 보이면 맞는 위치입니다.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설치 전 준비사항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1B0A9-EDD1-4901-A9E8-596BB00B97DC}"/>
              </a:ext>
            </a:extLst>
          </p:cNvPr>
          <p:cNvGraphicFramePr/>
          <p:nvPr/>
        </p:nvGraphicFramePr>
        <p:xfrm>
          <a:off xmlns:a="http://schemas.openxmlformats.org/drawingml/2006/main" x="723900" y="1495425"/>
          <a:ext xmlns:a="http://schemas.openxmlformats.org/drawingml/2006/main" cx="10744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7981950"/>
              </a:tblGrid>
              <a:tr h="6286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준비물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확인할 내용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Windows PC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Windows 10/11 64비트, 메모리 8GB 이상 권장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3.12 64비트 + Python Launcher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인터넷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최초 패키지 설치에 필요. 사내망 제한은 전산 담당자 확인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회사 데이터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별도로 받은 .csv.gz를 data/private에 넣음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5122D-35D3-4DB4-82C9-3E94C103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Python 설치 화면: Python Launcher 및 Add Python to PATH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EE3BC-0126-48F6-BF91-A6DAEBF5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기본 실행은 CPU로 동작합니다. TabICLv2는 필요한 담당자만 별도로 설치합니다.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처음 한 번: install_windows.cmd 실행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A1F46-6B90-4D24-8EA0-43FCFE28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압축을 푼 폴더에서 install_windows.cmd를 더블클릭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2255A-B28B-4320-AD40-DEA96799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18384-AFB9-4A2D-8DA3-1654A77F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9555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Python 3.12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B4C51-CEA4-4D89-BBE9-7F397CB8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맞는 버전이 없으면 설치 안내가 나타납니다.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11565-35B5-4B06-A127-BE784AF6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B83C5-C8BE-44FD-A98E-904EF57B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5282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전용 환경과 분석 프로그램 설치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A0DA9-9923-4E9C-B7BE-3149E406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624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인터넷으로 필요한 패키지를 받습니다. 창을 닫지 않습니다.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38898-75F2-4467-8FC1-C8DDE9B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22DD3-A2D2-4310-9D03-1542C25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010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설치 상태 확인과 노트북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AEB5C-8B44-4951-81D8-9B5501EE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196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설치 완료 문구가 나오면 창의 안내를 확인합니다.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7E31C-E5B3-4D8A-995E-21B02FC5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설치 오류가 나면 화면의 마지막 오류를 확인하고 README의 문제 해결을 참고합니다.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평소 실행: start_notebook.cmd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23165-524B-4DC5-A8E3-F6972ED335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728c2e2804d85"/>
          <a:stretch xmlns:a="http://schemas.openxmlformats.org/drawingml/2006/main"/>
        </p:blipFill>
        <p:spPr>
          <a:xfrm xmlns:a="http://schemas.openxmlformats.org/drawingml/2006/main">
            <a:off x="714375" y="1462385"/>
            <a:ext cx="7381875" cy="415230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92C82-C56B-44A6-A0D0-53266E08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04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① 실행 파일 더블클릭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0C087-F4ED-4BBC-90ED-87E3758B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04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② 브라우저에서</a:t>
            </a:r>
          </a:p>
          <a:p xmlns:a="http://schemas.openxmlformats.org/drawingml/2006/main">
            <a:pPr>
              <a:def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01번 노트북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A9B16D-8924-41B6-9FFC-F782859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③ 실행 환경 선택 시</a:t>
            </a:r>
          </a:p>
          <a:p xmlns:a="http://schemas.openxmlformats.org/drawingml/2006/main">
            <a:pPr>
              <a:def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Python (Movenex ECT)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DEA2A-BBDE-4472-80F9-71CB204D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브라우저가 자동으로 열리지 않으면 실행창의 URL 전체를 복사해 브라우저에 붙여 넣습니다.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연습용 데이터와 회사 데이터 선택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1D70A-6B36-44D1-A73B-364B66C9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처음에는 연습용 그대로 실행해 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ED88F-EF98-4AA8-8880-63E26F1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347DAF"/>
                </a:solidFill>
                <a:latin typeface="맑은 고딕"/>
                <a:ea typeface="맑은 고딕"/>
                <a:cs typeface="맑은 고딕"/>
              </a:rPr>
              <a:t>DATA_MODE = "demo"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79113-D0AB-4ECB-9443-E93EEC4D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실제 분석은 별도 CSV를 넣고 한 줄을 바꿉니다.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9B499-AB29-40B7-8728-5A8761F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data/private/C10A_49513-75270R.csv.gz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92BDB-3C21-4923-A698-DE0633E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DATA_MODE = "company"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0BF19-00DE-4BF5-9C15-8A1D339F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PRODUCT = "C10A_49513-75270R"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72F8E1-F588-4702-A71A-D1F4144A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demo는 합성 데이터입니다. 실제 회사 성능으로 사용하지 않습니다. .csv.gz는 압축을 풀지 않아도 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노트북 실행: Run → Run All Cells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58C8A-678C-435F-81A4-0E524E65D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c0aededae4e99"/>
          <a:stretch xmlns:a="http://schemas.openxmlformats.org/drawingml/2006/main"/>
        </p:blipFill>
        <p:spPr>
          <a:xfrm xmlns:a="http://schemas.openxmlformats.org/drawingml/2006/main">
            <a:off x="714375" y="1419820"/>
            <a:ext cx="7448550" cy="418980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7A5E9-EC8C-4D6A-B4B9-16BD02F2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90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전체 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CD129-7FC8-4F9D-92DB-4B54FEF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95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Run 메뉴</a:t>
            </a:r>
          </a:p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→ Run All Cells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EBF05-CB22-4E9A-A74A-E8002841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6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한 칸씩 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05DE1-C907-4417-B38B-23EBC558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95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칸을 클릭하고</a:t>
            </a:r>
          </a:p>
          <a:p xmlns:a="http://schemas.openxmlformats.org/drawingml/2006/main">
            <a:pPr>
              <a:def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Shift + Enter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3A8C1-44C0-4251-8CED-76BB143A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057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[*] → 숫자: 해당 칸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DBAB1-B4BE-4C12-831F-013DA658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설정을 바꾼 뒤에는 Kernel → Restart Kernel and Run All Cells…로 처음부터 다시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실행 후 그래프 확인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5D99F-EC64-45F8-9A91-DE738FB39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7445325f4461a"/>
          <a:stretch xmlns:a="http://schemas.openxmlformats.org/drawingml/2006/main"/>
        </p:blipFill>
        <p:spPr>
          <a:xfrm xmlns:a="http://schemas.openxmlformats.org/drawingml/2006/main">
            <a:off x="2119223" y="1362075"/>
            <a:ext cx="7944028" cy="39433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6DB57-E152-4769-BDED-6AD3872D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PCA 분포 → 가성 구분·보류 수 → 진성 점수 → 주파수별 X/Y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1BA49-DE91-49D2-A841-D5D93CF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위 그림은 연습용 합성 데이터 예시입니다. 전체 NG 그래프에는 학습 행이 포함되므로 시험 날짜도 함께 봅니다.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마지막 저장 칸과 결과 파일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2CFD7-E475-4529-84D0-683D632E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⑧ 결과 저장까지 실행하면 results/실행시각 폴더가 새로 생깁니다.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93CFE-1D8E-484D-A08C-0DD6119CDCF8}"/>
              </a:ext>
            </a:extLst>
          </p:cNvPr>
          <p:cNvGraphicFramePr/>
          <p:nvPr/>
        </p:nvGraphicFramePr>
        <p:xfrm>
          <a:off xmlns:a="http://schemas.openxmlformats.org/drawingml/2006/main" x="723900" y="230505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05375"/>
                <a:gridCol w="3362325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목적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방법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한눈에 보기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결과보고서.html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더블클릭 → 브라우저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수량·행별 근거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01_위치별_결과요약.csv</a:t>
                      </a:r>
                    </a:p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02_행별_판정근거.csv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Excel로 열기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 사유·입력 중요도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03_제외행과_이유.csv</a:t>
                      </a:r>
                    </a:p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04_모델별_입력중요도.csv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확인에 활용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보고·재사용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PNG / models / 실행설정 JSON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그림 활용·모델 적용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44C65-385A-498B-9234-F2D9D2FE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Ctrl+S는 노트북 화면 저장입니다. 분석 결과는 마지막 칸에서 저장하며, HTML과 PNG는 폴더째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추가 데이터: CSV 변환과 재학습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C3830-1CB5-4AA4-B8FC-64A60DA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85204-A4EA-472C-AB43-7323ED1C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4305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02번 노트북에서 원본·기업 회신 Excel 지정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7DA9F-C579-4B7E-A906-68369701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52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data/raw/original 및 data/raw/returned에 같은 품번 파일을 넣습니다.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4F5CE-5E0D-4053-AC10-7A66143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035FC-8000-4217-9F71-86E9EF33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1937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Excel → CSV 변환 후 수량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6F65E-A111-4ED9-8FA4-876DFDBC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28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측정값으로 라벨을 연결합니다. 전체 회신본은 기존 CSV를 교체합니다.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C8DFF-DAAB-447B-9466-ED13CAEC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434D0-4957-4604-9CC3-95E1E40A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9570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새 날짜 추가분만 합치고 학습 구간 지정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B44FE-1F18-46DC-9E10-10EAA064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052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중복은 자동 삭제하지 않습니다. 학습 이후의 시험 날짜를 남깁니다.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D0DB2-C86A-44C3-83BB-020A8371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0A1C88-B8F3-41C0-A6C1-8321C03D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72025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재학습 또는 저장 모델 적용 선택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258C3C-D213-4DBB-821E-FE346D97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재학습은 새 모델 생성 / 저장 모델은 같은 위치·주파수의 새 NG만 점수화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B7CA0A-C07F-4B65-A340-75E92641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위치 1·2는 계속 따로 처리합니다. 다른 품번·주파수 구성을 섞으면 중단하고 자료를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문제 해결과 서버에서의 사용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6F72C-40B1-4BBC-B0DF-8BF01E7E17BD}"/>
              </a:ext>
            </a:extLst>
          </p:cNvPr>
          <p:cNvGraphicFramePr/>
          <p:nvPr/>
        </p:nvGraphicFramePr>
        <p:xfrm>
          <a:off xmlns:a="http://schemas.openxmlformats.org/drawingml/2006/main" x="723900" y="1476375"/>
          <a:ext xmlns:a="http://schemas.openxmlformats.org/drawingml/2006/main" cx="10744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696200"/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먼저 확인할 것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T w="5715">
                      <a:solidFill>
                        <a:srgbClr val="D6DEE5"/>
                      </a:solidFill>
                      <a:prstDash val="solid"/>
                    </a:lnT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C6282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Python을 찾지 못함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3.12 64비트와 Launcher 설치 상태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파일을 못 찾음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data/private 위치, PRODUCT와 실제 파일명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NameError / 중간 칸 실행 오류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커널 재시작 후 처음부터 전체 실행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주파수·중복 오류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6DEE5"/>
                      </a:solidFill>
                      <a:prstDash val="solid"/>
                    </a:lnL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품번·설비 조건·전체 회신 중복 추가 여부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6DEE5"/>
                      </a:solidFill>
                      <a:prstDash val="solid"/>
                    </a:lnR>
                    <a:lnB w="5715">
                      <a:solidFill>
                        <a:srgbClr val="D6DEE5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3C56F-30AF-4EAC-9FF0-F607936C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668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서버 링크를 받은 경우: 로그인 → 01번 노트북 → Run All Cells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194BE-8C18-4FF9-8883-EAC7CA27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GitHub 링크는 미리보기입니다. 실제 실행 링크는 기관 서버 구성 후 전달하며, 결과는 서버에서 내려받습니다.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전달 자료와 사용 순서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79503-A235-4C7B-B4FA-5938AE9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700" b="1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프로그램·한국어 README·실행 노트북·이 PPT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78295-DA75-4B18-862C-AC9D26C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0">
                <a:solidFill>
                  <a:srgbClr val="347DAF"/>
                </a:solidFill>
                <a:latin typeface="맑은 고딕"/>
                <a:ea typeface="맑은 고딕"/>
                <a:cs typeface="맑은 고딕"/>
              </a:rPr>
              <a:t>https://github.com/barraki72268-sketch/Koreamovenex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FBEE5-9F29-44AD-AD29-F00CC8B2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0">
                <a:solidFill>
                  <a:srgbClr val="172A3A"/>
                </a:solidFill>
                <a:latin typeface="맑은 고딕"/>
                <a:ea typeface="맑은 고딕"/>
                <a:cs typeface="맑은 고딕"/>
              </a:rPr>
              <a:t>실제 회사 CSV는 별도 전달 파일을 data/private에 넣습니다.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4D437-BEEC-43B1-9943-C8355C1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defRPr>
            </a:pPr>
            <a:r>
              <a:rPr sz="2475" b="1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설치 → 실행 → 데이터 선택 → 전체 실행 → 마지막 저장 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5CAED-D299-42FA-9D5E-0718A4B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기본 모델은 거리 기준·Random Forest·XGBoost입니다. TabICLv2는 선택 설치 가이드를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부록: Random Forest의 기본 구조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3495E-D16F-462B-BDDF-C29F60A7F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ff0d63dbf4059"/>
          <a:stretch xmlns:a="http://schemas.openxmlformats.org/drawingml/2006/main"/>
        </p:blipFill>
        <p:spPr>
          <a:xfrm xmlns:a="http://schemas.openxmlformats.org/drawingml/2006/main">
            <a:off x="1861557" y="1419225"/>
            <a:ext cx="8468887" cy="4400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5A6A1-BA5B-492B-8B55-D72AE6A7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두 모델의 점수는 0.1 이하 가성 후보 / 0.9 이상 진성 의심 / 그 사이는 보류로 나눕니다.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388;p39">
            <a:extLst xmlns:a="http://schemas.openxmlformats.org/drawingml/2006/main">
              <a:ext uri="{FF2B5EF4-FFF2-40B4-BE49-F238E27FC236}">
                <a16:creationId xmlns:a16="http://schemas.microsoft.com/office/drawing/2014/main" id="{FC1F242A-4CB8-4F99-9D7D-529CB96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"/>
            <a:ext cx="10839450" cy="49530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9050" cap="flat" cmpd="sng">
            <a:solidFill>
              <a:srgbClr val="BD0000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xmlns:a="http://schemas.openxmlformats.org/drawingml/2006/main" wrap="square" lIns="152400" tIns="0" rIns="11430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ct val="25000"/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i="0" u="none" strike="noStrike" cap="none" spc="0" baseline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부록: XGBoost의 기본 구조</a:t>
            </a:r>
            <a:endParaRPr sz="2400" b="1" i="0" u="none" strike="noStrike" kern="1200" cap="none" spc="0" baseline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9" name="Google Shape;397;p40">
            <a:extLst xmlns:a="http://schemas.openxmlformats.org/drawingml/2006/main">
              <a:ext uri="{FF2B5EF4-FFF2-40B4-BE49-F238E27FC236}">
                <a16:creationId xmlns:a16="http://schemas.microsoft.com/office/drawing/2014/main" id="{2105890E-1443-4865-89F5-0340D361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1783"/>
            <a:ext cx="12192000" cy="21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0000">
              <a:alpha val="8353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>
                <a:srgbClr val="000000"/>
              </a:buClr>
              <a:buSzPct val="25000"/>
              <a:buNone/>
            </a:pPr>
            <a:endParaRPr sz="1867">
              <a:solidFill>
                <a:srgbClr val="000000"/>
              </a:solidFill>
              <a:highlight>
                <a:srgbClr val="4A86E8"/>
              </a:highlight>
              <a:latin typeface="Arial"/>
              <a:ea typeface="Arial"/>
              <a:cs typeface="Arial"/>
            </a:endParaRP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EF53A-9373-4506-A77C-F0032971C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5938642b44ee1"/>
          <a:stretch xmlns:a="http://schemas.openxmlformats.org/drawingml/2006/main"/>
        </p:blipFill>
        <p:spPr>
          <a:xfrm xmlns:a="http://schemas.openxmlformats.org/drawingml/2006/main">
            <a:off x="1861557" y="1419225"/>
            <a:ext cx="8468887" cy="4400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B84F9-9D11-4F7B-BFF4-3C1CD68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71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defPPr>
            <a:lvl1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1pPr>
            <a:lvl2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2pPr>
            <a:lvl3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3pPr>
            <a:lvl4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4pPr>
            <a:lvl5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5pPr>
            <a:lvl6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6pPr>
            <a:lvl7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7pPr>
            <a:lvl8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8pPr>
            <a:lvl9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4D5964"/>
                </a:solidFill>
                <a:latin typeface="맑은 고딕"/>
                <a:ea typeface="맑은 고딕"/>
                <a:cs typeface="맑은 고딕"/>
              </a:rPr>
              <a:t>두 모델의 점수는 0.1 이하 가성 후보 / 0.9 이상 진성 의심 / 그 사이는 보류로 나눕니다.</a:t>
            </a:r>
          </a:p>
        </p:txBody>
      </p:sp>
    </p:spTree>
    <p:extLst>
      <p:ext uri="{BB962C8B-B14F-4D97-AF65-F5344CB8AC3E}">
        <p14:creationId xmlns:p14="http://schemas.microsoft.com/office/powerpoint/2010/main" val="2356934988"/>
      </p:ext>
    </p:extLst>
  </p:cSld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atMod val="105000"/>
            </a:schemeClr>
          </a:solidFill>
          <a:prstDash val="solid"/>
        </a:ln>
        <a:ln w="1905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2026-10-23T01:14:03.6220000Z</dcterms:created>
  <dcterms:modified xsi:type="dcterms:W3CDTF">2026-10-23T01:14:03.6220000Z</dcterms:modified>
</coreProperties>
</file>